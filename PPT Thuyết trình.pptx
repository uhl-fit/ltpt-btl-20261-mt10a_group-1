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826" r:id="rId4"/>
  </p:sldMasterIdLst>
  <p:notesMasterIdLst>
    <p:notesMasterId r:id="rId11"/>
  </p:notesMasterIdLst>
  <p:handoutMasterIdLst>
    <p:handoutMasterId r:id="rId12"/>
  </p:handoutMasterIdLst>
  <p:sldIdLst>
    <p:sldId id="1497" r:id="rId5"/>
    <p:sldId id="1514" r:id="rId6"/>
    <p:sldId id="1519" r:id="rId7"/>
    <p:sldId id="1520" r:id="rId8"/>
    <p:sldId id="1521" r:id="rId9"/>
    <p:sldId id="1522" r:id="rId10"/>
  </p:sldIdLst>
  <p:sldSz cx="12192000" cy="6858000"/>
  <p:notesSz cx="6858000" cy="9144000"/>
  <p:embeddedFontLst>
    <p:embeddedFont>
      <p:font typeface="FS PF BeauSans Pro" panose="02000500000000020004" pitchFamily="2" charset="0"/>
      <p:regular r:id="rId13"/>
    </p:embeddedFont>
    <p:embeddedFont>
      <p:font typeface="Lora" pitchFamily="2" charset="0"/>
      <p:regular r:id="rId14"/>
      <p:italic r:id="rId15"/>
      <p:boldItalic r:id="rId16"/>
    </p:embeddedFont>
    <p:embeddedFont>
      <p:font typeface="Playfair Display Black" panose="00000A00000000000000" pitchFamily="2" charset="0"/>
      <p:bold r:id="rId17"/>
      <p:boldItalic r:id="rId18"/>
    </p:embeddedFont>
    <p:embeddedFont>
      <p:font typeface="Poppins Light" panose="00000400000000000000" pitchFamily="2" charset="0"/>
      <p:regular r:id="rId19"/>
      <p:italic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940675A-B579-460E-94D1-54222C63F5D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0079" autoAdjust="0"/>
  </p:normalViewPr>
  <p:slideViewPr>
    <p:cSldViewPr snapToGrid="0">
      <p:cViewPr varScale="1">
        <p:scale>
          <a:sx n="65" d="100"/>
          <a:sy n="65" d="100"/>
        </p:scale>
        <p:origin x="1086" y="60"/>
      </p:cViewPr>
      <p:guideLst/>
    </p:cSldViewPr>
  </p:slideViewPr>
  <p:notesTextViewPr>
    <p:cViewPr>
      <p:scale>
        <a:sx n="1" d="1"/>
        <a:sy n="1" d="1"/>
      </p:scale>
      <p:origin x="0" y="0"/>
    </p:cViewPr>
  </p:notesTextViewPr>
  <p:sorterViewPr>
    <p:cViewPr varScale="1">
      <p:scale>
        <a:sx n="1" d="1"/>
        <a:sy n="1" d="1"/>
      </p:scale>
      <p:origin x="0" y="0"/>
    </p:cViewPr>
  </p:sorter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1.fntdata"/><Relationship Id="rId18" Type="http://schemas.openxmlformats.org/officeDocument/2006/relationships/font" Target="fonts/font6.fntdata"/><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openxmlformats.org/officeDocument/2006/relationships/font" Target="fonts/font5.fntdata"/><Relationship Id="rId2" Type="http://schemas.openxmlformats.org/officeDocument/2006/relationships/customXml" Target="../customXml/item2.xml"/><Relationship Id="rId16" Type="http://schemas.openxmlformats.org/officeDocument/2006/relationships/font" Target="fonts/font4.fntdata"/><Relationship Id="rId20" Type="http://schemas.openxmlformats.org/officeDocument/2006/relationships/font" Target="fonts/font8.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font" Target="fonts/font3.fntdata"/><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font" Target="fonts/font7.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2.fntdata"/><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6/9/2026</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6/9/2026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65760" y="5218032"/>
            <a:ext cx="11460480" cy="786384"/>
          </a:xfrm>
        </p:spPr>
        <p:txBody>
          <a:bodyPr anchor="b">
            <a:normAutofit/>
          </a:bodyPr>
          <a:lstStyle>
            <a:lvl1pPr algn="l">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65760" y="5972629"/>
            <a:ext cx="11460480" cy="480373"/>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12191999" cy="4986425"/>
          </a:xfrm>
          <a:blipFill dpi="0" rotWithShape="1">
            <a:blip r:embed="rId2">
              <a:alphaModFix amt="70000"/>
              <a:extLst>
                <a:ext uri="{28A0092B-C50C-407E-A947-70E740481C1C}">
                  <a14:useLocalDpi xmlns:a14="http://schemas.microsoft.com/office/drawing/2010/main" val="0"/>
                </a:ext>
              </a:extLst>
            </a:blip>
            <a:srcRect/>
            <a:stretch>
              <a:fillRect/>
            </a:stretch>
          </a:blipFill>
        </p:spPr>
        <p:txBody>
          <a:bodyPr/>
          <a:lstStyle/>
          <a:p>
            <a:r>
              <a:rPr lang="en-US"/>
              <a:t>Click icon to add picture</a:t>
            </a:r>
            <a:endParaRPr lang="en-US" dirty="0"/>
          </a:p>
        </p:txBody>
      </p:sp>
      <p:sp>
        <p:nvSpPr>
          <p:cNvPr id="4" name="Date Placeholder 2">
            <a:extLst>
              <a:ext uri="{FF2B5EF4-FFF2-40B4-BE49-F238E27FC236}">
                <a16:creationId xmlns:a16="http://schemas.microsoft.com/office/drawing/2014/main" id="{0FC0FA77-D157-35E3-0B4D-11C0F67E63F3}"/>
              </a:ext>
            </a:extLst>
          </p:cNvPr>
          <p:cNvSpPr>
            <a:spLocks noGrp="1"/>
          </p:cNvSpPr>
          <p:nvPr>
            <p:ph type="dt" sz="half" idx="10"/>
          </p:nvPr>
        </p:nvSpPr>
        <p:spPr>
          <a:xfrm>
            <a:off x="347132" y="6529916"/>
            <a:ext cx="3284341" cy="328084"/>
          </a:xfrm>
        </p:spPr>
        <p:txBody>
          <a:bodyPr/>
          <a:lstStyle/>
          <a:p>
            <a:fld id="{175A1B29-DFBD-4673-8328-3ED6619AAB50}" type="datetime1">
              <a:rPr lang="en-US" smtClean="0"/>
              <a:t>6/9/2026</a:t>
            </a:fld>
            <a:endParaRPr lang="en-US" dirty="0"/>
          </a:p>
        </p:txBody>
      </p:sp>
      <p:sp>
        <p:nvSpPr>
          <p:cNvPr id="5" name="Footer Placeholder 3">
            <a:extLst>
              <a:ext uri="{FF2B5EF4-FFF2-40B4-BE49-F238E27FC236}">
                <a16:creationId xmlns:a16="http://schemas.microsoft.com/office/drawing/2014/main" id="{9D55EDDF-CA01-E393-D8E9-0618A68B21A8}"/>
              </a:ext>
            </a:extLst>
          </p:cNvPr>
          <p:cNvSpPr>
            <a:spLocks noGrp="1"/>
          </p:cNvSpPr>
          <p:nvPr>
            <p:ph type="ftr" sz="quarter" idx="11"/>
          </p:nvPr>
        </p:nvSpPr>
        <p:spPr>
          <a:xfrm>
            <a:off x="8660019" y="6529916"/>
            <a:ext cx="2805405" cy="328084"/>
          </a:xfrm>
        </p:spPr>
        <p:txBody>
          <a:bodyPr/>
          <a:lstStyle/>
          <a:p>
            <a:r>
              <a:rPr lang="en-US" dirty="0"/>
              <a:t>Sample Footer Text</a:t>
            </a:r>
          </a:p>
        </p:txBody>
      </p:sp>
      <p:sp>
        <p:nvSpPr>
          <p:cNvPr id="6" name="Slide Number Placeholder 4">
            <a:extLst>
              <a:ext uri="{FF2B5EF4-FFF2-40B4-BE49-F238E27FC236}">
                <a16:creationId xmlns:a16="http://schemas.microsoft.com/office/drawing/2014/main" id="{AFD1BB6C-22F1-3135-9434-A294C25CC3D5}"/>
              </a:ext>
            </a:extLst>
          </p:cNvPr>
          <p:cNvSpPr>
            <a:spLocks noGrp="1"/>
          </p:cNvSpPr>
          <p:nvPr>
            <p:ph type="sldNum" sz="quarter" idx="12"/>
          </p:nvPr>
        </p:nvSpPr>
        <p:spPr>
          <a:xfrm>
            <a:off x="11415660" y="6529916"/>
            <a:ext cx="429207" cy="328084"/>
          </a:xfr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13935224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347132" y="6529916"/>
            <a:ext cx="3284341" cy="328084"/>
          </a:xfrm>
          <a:prstGeom prst="rect">
            <a:avLst/>
          </a:prstGeom>
        </p:spPr>
        <p:txBody>
          <a:bodyPr/>
          <a:lstStyle/>
          <a:p>
            <a:fld id="{64B1540E-CB71-48F2-BE70-F5CE056CFE1B}" type="datetime1">
              <a:rPr lang="en-US" smtClean="0"/>
              <a:t>6/9/2026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8" name="Rectangle: Rounded Corners 7">
            <a:extLst>
              <a:ext uri="{FF2B5EF4-FFF2-40B4-BE49-F238E27FC236}">
                <a16:creationId xmlns:a16="http://schemas.microsoft.com/office/drawing/2014/main" id="{B05D4B22-4D6B-3463-9517-CEFA7D2A6E7C}"/>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9017748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103850" y="907302"/>
            <a:ext cx="4222117" cy="3697488"/>
          </a:xfrm>
        </p:spPr>
        <p:txBody>
          <a:bodyPr anchor="b">
            <a:normAutofit/>
          </a:bodyPr>
          <a:lstStyle>
            <a:lvl1pPr algn="l">
              <a:defRPr sz="5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103850" y="4731335"/>
            <a:ext cx="4222117" cy="1219362"/>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0" name="Picture Placeholder 9">
            <a:extLst>
              <a:ext uri="{FF2B5EF4-FFF2-40B4-BE49-F238E27FC236}">
                <a16:creationId xmlns:a16="http://schemas.microsoft.com/office/drawing/2014/main" id="{3E190545-F7D8-0D1C-1BCC-C670CFFE0C60}"/>
              </a:ext>
            </a:extLst>
          </p:cNvPr>
          <p:cNvSpPr>
            <a:spLocks noGrp="1"/>
          </p:cNvSpPr>
          <p:nvPr>
            <p:ph type="pic" sz="quarter" idx="14"/>
          </p:nvPr>
        </p:nvSpPr>
        <p:spPr>
          <a:xfrm>
            <a:off x="358140" y="333756"/>
            <a:ext cx="6226810" cy="6190488"/>
          </a:xfrm>
          <a:custGeom>
            <a:avLst/>
            <a:gdLst>
              <a:gd name="connsiteX0" fmla="*/ 186643 w 6226810"/>
              <a:gd name="connsiteY0" fmla="*/ 0 h 6190488"/>
              <a:gd name="connsiteX1" fmla="*/ 6226810 w 6226810"/>
              <a:gd name="connsiteY1" fmla="*/ 0 h 6190488"/>
              <a:gd name="connsiteX2" fmla="*/ 6226810 w 6226810"/>
              <a:gd name="connsiteY2" fmla="*/ 6190488 h 6190488"/>
              <a:gd name="connsiteX3" fmla="*/ 186643 w 6226810"/>
              <a:gd name="connsiteY3" fmla="*/ 6190488 h 6190488"/>
              <a:gd name="connsiteX4" fmla="*/ 0 w 6226810"/>
              <a:gd name="connsiteY4" fmla="*/ 6003845 h 6190488"/>
              <a:gd name="connsiteX5" fmla="*/ 0 w 6226810"/>
              <a:gd name="connsiteY5" fmla="*/ 186643 h 6190488"/>
              <a:gd name="connsiteX6" fmla="*/ 186643 w 6226810"/>
              <a:gd name="connsiteY6" fmla="*/ 0 h 6190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226810" h="6190488">
                <a:moveTo>
                  <a:pt x="186643" y="0"/>
                </a:moveTo>
                <a:lnTo>
                  <a:pt x="6226810" y="0"/>
                </a:lnTo>
                <a:lnTo>
                  <a:pt x="6226810" y="6190488"/>
                </a:lnTo>
                <a:lnTo>
                  <a:pt x="186643" y="6190488"/>
                </a:lnTo>
                <a:cubicBezTo>
                  <a:pt x="83563" y="6190488"/>
                  <a:pt x="0" y="6106925"/>
                  <a:pt x="0" y="6003845"/>
                </a:cubicBezTo>
                <a:lnTo>
                  <a:pt x="0" y="186643"/>
                </a:lnTo>
                <a:cubicBezTo>
                  <a:pt x="0" y="83563"/>
                  <a:pt x="83563" y="0"/>
                  <a:pt x="186643" y="0"/>
                </a:cubicBezTo>
                <a:close/>
              </a:path>
            </a:pathLst>
          </a:custGeom>
          <a:blipFill dpi="0" rotWithShape="1">
            <a:blip r:embed="rId2">
              <a:alphaModFix amt="70000"/>
              <a:extLst>
                <a:ext uri="{28A0092B-C50C-407E-A947-70E740481C1C}">
                  <a14:useLocalDpi xmlns:a14="http://schemas.microsoft.com/office/drawing/2010/main" val="0"/>
                </a:ext>
              </a:extLst>
            </a:blip>
            <a:srcRect/>
            <a:stretch>
              <a:fillRect/>
            </a:stretch>
          </a:blipFill>
        </p:spPr>
        <p:txBody>
          <a:bodyPr wrap="square">
            <a:noAutofit/>
          </a:bodyPr>
          <a:lstStyle/>
          <a:p>
            <a:r>
              <a:rPr lang="en-US"/>
              <a:t>Click icon to add picture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7168895" y="6529916"/>
            <a:ext cx="1707625" cy="328084"/>
          </a:xfrm>
          <a:prstGeom prst="rect">
            <a:avLst/>
          </a:prstGeom>
        </p:spPr>
        <p:txBody>
          <a:bodyPr/>
          <a:lstStyle>
            <a:lvl1pPr>
              <a:defRPr>
                <a:solidFill>
                  <a:schemeClr val="tx1"/>
                </a:solidFill>
                <a:effectLst/>
              </a:defRPr>
            </a:lvl1pPr>
          </a:lstStyle>
          <a:p>
            <a:fld id="{254E9985-91B3-42C8-B8D8-B565E04A5E57}" type="datetime1">
              <a:rPr lang="en-US" smtClean="0"/>
              <a:t>6/9/2026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7" name="Rectangle: Rounded Corners 6">
            <a:extLst>
              <a:ext uri="{FF2B5EF4-FFF2-40B4-BE49-F238E27FC236}">
                <a16:creationId xmlns:a16="http://schemas.microsoft.com/office/drawing/2014/main" id="{E5DF5215-34B8-BE6B-A816-58B2F37B1D55}"/>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66971685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859537" y="905256"/>
            <a:ext cx="4206240" cy="3739896"/>
          </a:xfrm>
        </p:spPr>
        <p:txBody>
          <a:bodyPr anchor="t">
            <a:normAutofit/>
          </a:bodyPr>
          <a:lstStyle>
            <a:lvl1pPr algn="l">
              <a:defRPr sz="52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59536" y="4873752"/>
            <a:ext cx="4206240" cy="138074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Picture Placeholder 5">
            <a:extLst>
              <a:ext uri="{FF2B5EF4-FFF2-40B4-BE49-F238E27FC236}">
                <a16:creationId xmlns:a16="http://schemas.microsoft.com/office/drawing/2014/main" id="{C77B7186-FB14-CA62-FE96-5476125CC1B8}"/>
              </a:ext>
            </a:extLst>
          </p:cNvPr>
          <p:cNvSpPr>
            <a:spLocks noGrp="1"/>
          </p:cNvSpPr>
          <p:nvPr>
            <p:ph type="pic" sz="quarter" idx="13"/>
          </p:nvPr>
        </p:nvSpPr>
        <p:spPr>
          <a:xfrm>
            <a:off x="5596128" y="333756"/>
            <a:ext cx="6237732" cy="6190488"/>
          </a:xfrm>
          <a:custGeom>
            <a:avLst/>
            <a:gdLst>
              <a:gd name="connsiteX0" fmla="*/ 0 w 6237732"/>
              <a:gd name="connsiteY0" fmla="*/ 0 h 6190488"/>
              <a:gd name="connsiteX1" fmla="*/ 6051089 w 6237732"/>
              <a:gd name="connsiteY1" fmla="*/ 0 h 6190488"/>
              <a:gd name="connsiteX2" fmla="*/ 6237732 w 6237732"/>
              <a:gd name="connsiteY2" fmla="*/ 186643 h 6190488"/>
              <a:gd name="connsiteX3" fmla="*/ 6237732 w 6237732"/>
              <a:gd name="connsiteY3" fmla="*/ 6003845 h 6190488"/>
              <a:gd name="connsiteX4" fmla="*/ 6051089 w 6237732"/>
              <a:gd name="connsiteY4" fmla="*/ 6190488 h 6190488"/>
              <a:gd name="connsiteX5" fmla="*/ 0 w 6237732"/>
              <a:gd name="connsiteY5" fmla="*/ 6190488 h 6190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237732" h="6190488">
                <a:moveTo>
                  <a:pt x="0" y="0"/>
                </a:moveTo>
                <a:lnTo>
                  <a:pt x="6051089" y="0"/>
                </a:lnTo>
                <a:cubicBezTo>
                  <a:pt x="6154169" y="0"/>
                  <a:pt x="6237732" y="83563"/>
                  <a:pt x="6237732" y="186643"/>
                </a:cubicBezTo>
                <a:lnTo>
                  <a:pt x="6237732" y="6003845"/>
                </a:lnTo>
                <a:cubicBezTo>
                  <a:pt x="6237732" y="6106925"/>
                  <a:pt x="6154169" y="6190488"/>
                  <a:pt x="6051089" y="6190488"/>
                </a:cubicBezTo>
                <a:lnTo>
                  <a:pt x="0" y="6190488"/>
                </a:lnTo>
                <a:close/>
              </a:path>
            </a:pathLst>
          </a:custGeom>
          <a:blipFill dpi="0" rotWithShape="1">
            <a:blip r:embed="rId2">
              <a:alphaModFix amt="70000"/>
              <a:extLst>
                <a:ext uri="{28A0092B-C50C-407E-A947-70E740481C1C}">
                  <a14:useLocalDpi xmlns:a14="http://schemas.microsoft.com/office/drawing/2010/main" val="0"/>
                </a:ext>
              </a:extLst>
            </a:blip>
            <a:srcRect/>
            <a:stretch>
              <a:fillRect/>
            </a:stretch>
          </a:blipFill>
        </p:spPr>
        <p:txBody>
          <a:bodyPr wrap="square">
            <a:noAutofit/>
          </a:bodyPr>
          <a:lstStyle/>
          <a:p>
            <a:r>
              <a:rPr lang="en-US"/>
              <a:t>Click icon to add picture</a:t>
            </a:r>
            <a:endParaRPr lang="en-US" dirty="0"/>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347133" y="6529916"/>
            <a:ext cx="1951777" cy="328084"/>
          </a:xfrm>
          <a:prstGeom prst="rect">
            <a:avLst/>
          </a:prstGeom>
        </p:spPr>
        <p:txBody>
          <a:bodyPr/>
          <a:lstStyle/>
          <a:p>
            <a:fld id="{B4AA5E08-0B46-4D4C-9A1D-1895CC169C50}" type="datetime1">
              <a:rPr lang="en-US" smtClean="0"/>
              <a:t>6/9/2026</a:t>
            </a:fld>
            <a:endParaRPr lang="en-US" dirty="0"/>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1880928" y="6529916"/>
            <a:ext cx="2805405" cy="328084"/>
          </a:xfrm>
          <a:prstGeom prst="rect">
            <a:avLst/>
          </a:prstGeom>
        </p:spPr>
        <p:txBody>
          <a:bodyPr/>
          <a:lstStyle/>
          <a:p>
            <a:r>
              <a:rPr lang="en-US" dirty="0"/>
              <a:t>Sample Footer Text</a:t>
            </a:r>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4636569" y="6529916"/>
            <a:ext cx="429207" cy="328084"/>
          </a:xfrm>
          <a:prstGeom prst="rect">
            <a:avLst/>
          </a:prstGeom>
        </p:spPr>
        <p:txBody>
          <a:bodyPr/>
          <a:lstStyle/>
          <a:p>
            <a:fld id="{CC057153-B650-4DEB-B370-79DDCFDCE934}" type="slidenum">
              <a:rPr lang="en-US" smtClean="0"/>
              <a:t>‹#›</a:t>
            </a:fld>
            <a:endParaRPr lang="en-US" dirty="0"/>
          </a:p>
        </p:txBody>
      </p:sp>
      <p:sp>
        <p:nvSpPr>
          <p:cNvPr id="5" name="Rectangle: Rounded Corners 4">
            <a:extLst>
              <a:ext uri="{FF2B5EF4-FFF2-40B4-BE49-F238E27FC236}">
                <a16:creationId xmlns:a16="http://schemas.microsoft.com/office/drawing/2014/main" id="{27AE6C76-D3EE-C74F-F49E-97F6141F5D15}"/>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18606633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8" name="Picture 7" descr="A purple circle with black background&#10;&#10;AI-generated content may be incorrect.">
            <a:extLst>
              <a:ext uri="{FF2B5EF4-FFF2-40B4-BE49-F238E27FC236}">
                <a16:creationId xmlns:a16="http://schemas.microsoft.com/office/drawing/2014/main" id="{703F4AEB-E597-882F-3A69-A923B8DED423}"/>
              </a:ext>
            </a:extLst>
          </p:cNvPr>
          <p:cNvPicPr>
            <a:picLocks noChangeAspect="1"/>
          </p:cNvPicPr>
          <p:nvPr/>
        </p:nvPicPr>
        <p:blipFill>
          <a:blip r:embed="rId2">
            <a:extLst>
              <a:ext uri="{28A0092B-C50C-407E-A947-70E740481C1C}">
                <a14:useLocalDpi xmlns:a14="http://schemas.microsoft.com/office/drawing/2010/main" val="0"/>
              </a:ext>
            </a:extLst>
          </a:blip>
          <a:srcRect t="11857"/>
          <a:stretch/>
        </p:blipFill>
        <p:spPr>
          <a:xfrm>
            <a:off x="398705" y="0"/>
            <a:ext cx="5697291" cy="5021774"/>
          </a:xfrm>
          <a:prstGeom prst="rect">
            <a:avLst/>
          </a:prstGeom>
        </p:spPr>
      </p:pic>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21208" y="548642"/>
            <a:ext cx="7478991" cy="3635797"/>
          </a:xfrm>
        </p:spPr>
        <p:txBody>
          <a:bodyPr anchor="b">
            <a:normAutofit/>
          </a:bodyPr>
          <a:lstStyle>
            <a:lvl1pPr algn="l">
              <a:defRPr sz="7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179017" y="4349578"/>
            <a:ext cx="6821182" cy="1384726"/>
          </a:xfrm>
        </p:spPr>
        <p:txBody>
          <a:bodyPr anchor="b">
            <a:normAutofit/>
          </a:bodyPr>
          <a:lstStyle>
            <a:lvl1pPr marL="0" indent="0" algn="l">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347132" y="6529916"/>
            <a:ext cx="3284341" cy="328084"/>
          </a:xfrm>
          <a:prstGeom prst="rect">
            <a:avLst/>
          </a:prstGeom>
        </p:spPr>
        <p:txBody>
          <a:bodyPr/>
          <a:lstStyle/>
          <a:p>
            <a:fld id="{804512D9-A095-4355-9551-356CB2C0D09E}" type="datetime1">
              <a:rPr lang="en-US" smtClean="0"/>
              <a:t>6/9/2026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cxnSp>
        <p:nvCxnSpPr>
          <p:cNvPr id="11" name="Straight Connector 10">
            <a:extLst>
              <a:ext uri="{FF2B5EF4-FFF2-40B4-BE49-F238E27FC236}">
                <a16:creationId xmlns:a16="http://schemas.microsoft.com/office/drawing/2014/main" id="{CC5621C6-56CB-3166-B017-50A927415F64}"/>
              </a:ext>
            </a:extLst>
          </p:cNvPr>
          <p:cNvCxnSpPr>
            <a:cxnSpLocks/>
          </p:cNvCxnSpPr>
          <p:nvPr/>
        </p:nvCxnSpPr>
        <p:spPr>
          <a:xfrm>
            <a:off x="637839" y="4236969"/>
            <a:ext cx="0" cy="1384725"/>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0397279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pic>
        <p:nvPicPr>
          <p:cNvPr id="8" name="Picture 7" descr="A purple circle with black background&#10;&#10;AI-generated content may be incorrect.">
            <a:extLst>
              <a:ext uri="{FF2B5EF4-FFF2-40B4-BE49-F238E27FC236}">
                <a16:creationId xmlns:a16="http://schemas.microsoft.com/office/drawing/2014/main" id="{02AE2374-EA36-E826-C9F3-73CD3978F48E}"/>
              </a:ext>
            </a:extLst>
          </p:cNvPr>
          <p:cNvPicPr>
            <a:picLocks noChangeAspect="1"/>
          </p:cNvPicPr>
          <p:nvPr/>
        </p:nvPicPr>
        <p:blipFill>
          <a:blip r:embed="rId2">
            <a:extLst>
              <a:ext uri="{28A0092B-C50C-407E-A947-70E740481C1C}">
                <a14:useLocalDpi xmlns:a14="http://schemas.microsoft.com/office/drawing/2010/main" val="0"/>
              </a:ext>
            </a:extLst>
          </a:blip>
          <a:srcRect r="6568" b="47295"/>
          <a:stretch/>
        </p:blipFill>
        <p:spPr>
          <a:xfrm>
            <a:off x="3701142" y="2068286"/>
            <a:ext cx="8490855" cy="4789714"/>
          </a:xfrm>
          <a:prstGeom prst="rect">
            <a:avLst/>
          </a:prstGeom>
        </p:spPr>
      </p:pic>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8008" y="854239"/>
            <a:ext cx="7876287" cy="3592629"/>
          </a:xfrm>
        </p:spPr>
        <p:txBody>
          <a:bodyPr anchor="b">
            <a:normAutofit/>
          </a:bodyPr>
          <a:lstStyle>
            <a:lvl1pPr algn="l">
              <a:defRPr sz="72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180323" y="4617138"/>
            <a:ext cx="6853511" cy="101498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347132" y="6529916"/>
            <a:ext cx="3284341" cy="328084"/>
          </a:xfrm>
          <a:prstGeom prst="rect">
            <a:avLst/>
          </a:prstGeom>
        </p:spPr>
        <p:txBody>
          <a:bodyPr/>
          <a:lstStyle/>
          <a:p>
            <a:fld id="{AED07DE6-50D5-4B21-9405-DD62C0D4DC65}" type="datetime1">
              <a:rPr lang="en-US" smtClean="0"/>
              <a:t>6/9/2026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cxnSp>
        <p:nvCxnSpPr>
          <p:cNvPr id="10" name="Straight Connector 9">
            <a:extLst>
              <a:ext uri="{FF2B5EF4-FFF2-40B4-BE49-F238E27FC236}">
                <a16:creationId xmlns:a16="http://schemas.microsoft.com/office/drawing/2014/main" id="{6E2B0C21-F380-74EA-96A8-0858FD0075A4}"/>
              </a:ext>
            </a:extLst>
          </p:cNvPr>
          <p:cNvCxnSpPr>
            <a:cxnSpLocks/>
          </p:cNvCxnSpPr>
          <p:nvPr/>
        </p:nvCxnSpPr>
        <p:spPr>
          <a:xfrm>
            <a:off x="755780" y="4492300"/>
            <a:ext cx="0" cy="1129394"/>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16212427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3">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717639-19C5-F877-6AAE-FF488C79363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572615" y="905615"/>
            <a:ext cx="5046770" cy="5046770"/>
          </a:xfrm>
          <a:prstGeom prst="rect">
            <a:avLst/>
          </a:prstGeom>
        </p:spPr>
      </p:pic>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353888" y="1427162"/>
            <a:ext cx="9484224" cy="2621154"/>
          </a:xfrm>
        </p:spPr>
        <p:txBody>
          <a:bodyPr anchor="b">
            <a:normAutofit/>
          </a:bodyPr>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4148507"/>
            <a:ext cx="7588155" cy="1414091"/>
          </a:xfrm>
        </p:spPr>
        <p:txBody>
          <a:bodyPr>
            <a:normAutofit/>
          </a:bodyPr>
          <a:lstStyle>
            <a:lvl1pPr marL="0" indent="0" algn="ctr">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347132" y="6529916"/>
            <a:ext cx="3284341" cy="328084"/>
          </a:xfrm>
          <a:prstGeom prst="rect">
            <a:avLst/>
          </a:prstGeom>
        </p:spPr>
        <p:txBody>
          <a:bodyPr/>
          <a:lstStyle/>
          <a:p>
            <a:fld id="{C8E66873-82AB-4D6B-96C7-8222581A9F4D}" type="datetime1">
              <a:rPr lang="en-US" smtClean="0"/>
              <a:t>6/9/2026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16753642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4">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D7D4B28D-BD47-8092-F202-DCD18D1BAEA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14425" y="1198517"/>
            <a:ext cx="4438650" cy="4438650"/>
          </a:xfrm>
          <a:prstGeom prst="rect">
            <a:avLst/>
          </a:prstGeom>
        </p:spPr>
      </p:pic>
      <p:sp>
        <p:nvSpPr>
          <p:cNvPr id="2" name="Title 1">
            <a:extLst>
              <a:ext uri="{FF2B5EF4-FFF2-40B4-BE49-F238E27FC236}">
                <a16:creationId xmlns:a16="http://schemas.microsoft.com/office/drawing/2014/main" id="{6DD4D61D-AA1D-D414-2D63-F3B4B0760D17}"/>
              </a:ext>
            </a:extLst>
          </p:cNvPr>
          <p:cNvSpPr>
            <a:spLocks noGrp="1"/>
          </p:cNvSpPr>
          <p:nvPr>
            <p:ph type="title"/>
          </p:nvPr>
        </p:nvSpPr>
        <p:spPr>
          <a:xfrm>
            <a:off x="1930708" y="2801929"/>
            <a:ext cx="8686801" cy="2565902"/>
          </a:xfrm>
        </p:spPr>
        <p:txBody>
          <a:bodyPr anchor="b">
            <a:normAutofit/>
          </a:bodyPr>
          <a:lstStyle>
            <a:lvl1pPr>
              <a:lnSpc>
                <a:spcPct val="80000"/>
              </a:lnSpc>
              <a:defRPr sz="6600">
                <a:latin typeface="+mj-lt"/>
              </a:defRPr>
            </a:lvl1pPr>
          </a:lstStyle>
          <a:p>
            <a:r>
              <a:rPr lang="en-US"/>
              <a:t>Click to edit Master title style</a:t>
            </a:r>
            <a:endParaRPr lang="en-US" dirty="0"/>
          </a:p>
        </p:txBody>
      </p:sp>
      <p:sp>
        <p:nvSpPr>
          <p:cNvPr id="9" name="Text Placeholder 8">
            <a:extLst>
              <a:ext uri="{FF2B5EF4-FFF2-40B4-BE49-F238E27FC236}">
                <a16:creationId xmlns:a16="http://schemas.microsoft.com/office/drawing/2014/main" id="{D1B0EE02-7A0B-46A0-5F6E-CFBC94BDF56D}"/>
              </a:ext>
            </a:extLst>
          </p:cNvPr>
          <p:cNvSpPr>
            <a:spLocks noGrp="1"/>
          </p:cNvSpPr>
          <p:nvPr>
            <p:ph type="body" sz="quarter" idx="13"/>
          </p:nvPr>
        </p:nvSpPr>
        <p:spPr>
          <a:xfrm>
            <a:off x="1346090" y="1726269"/>
            <a:ext cx="3024899" cy="547908"/>
          </a:xfrm>
        </p:spPr>
        <p:txBody>
          <a:bodyPr>
            <a:noAutofit/>
          </a:bodyPr>
          <a:lstStyle>
            <a:lvl1pPr marL="0" indent="0">
              <a:buNone/>
              <a:defRPr sz="1600"/>
            </a:lvl1pPr>
            <a:lvl2pPr marL="228600" indent="0">
              <a:buNone/>
              <a:defRPr sz="1400"/>
            </a:lvl2pPr>
            <a:lvl3pPr marL="457200" indent="0">
              <a:buNone/>
              <a:defRPr sz="1200"/>
            </a:lvl3pPr>
            <a:lvl4pPr marL="685800" indent="0">
              <a:buNone/>
              <a:defRPr sz="1100"/>
            </a:lvl4pPr>
            <a:lvl5pPr marL="914400" inden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3667AE0A-CAE3-D199-2942-E05831D340A1}"/>
              </a:ext>
            </a:extLst>
          </p:cNvPr>
          <p:cNvSpPr>
            <a:spLocks noGrp="1"/>
          </p:cNvSpPr>
          <p:nvPr>
            <p:ph type="dt" sz="half" idx="10"/>
          </p:nvPr>
        </p:nvSpPr>
        <p:spPr>
          <a:xfrm>
            <a:off x="347132" y="6529916"/>
            <a:ext cx="3284341" cy="328084"/>
          </a:xfrm>
          <a:prstGeom prst="rect">
            <a:avLst/>
          </a:prstGeom>
        </p:spPr>
        <p:txBody>
          <a:bodyPr/>
          <a:lstStyle/>
          <a:p>
            <a:fld id="{BE4564F8-E916-4EFF-887D-D1E1BBF6454B}" type="datetime1">
              <a:rPr lang="en-US" smtClean="0"/>
              <a:t>6/9/2026</a:t>
            </a:fld>
            <a:endParaRPr lang="en-US" dirty="0"/>
          </a:p>
        </p:txBody>
      </p:sp>
      <p:sp>
        <p:nvSpPr>
          <p:cNvPr id="4" name="Footer Placeholder 3">
            <a:extLst>
              <a:ext uri="{FF2B5EF4-FFF2-40B4-BE49-F238E27FC236}">
                <a16:creationId xmlns:a16="http://schemas.microsoft.com/office/drawing/2014/main" id="{BFDFBF0A-E355-74AD-4A6E-8FD2BD7A6CAA}"/>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5" name="Slide Number Placeholder 4">
            <a:extLst>
              <a:ext uri="{FF2B5EF4-FFF2-40B4-BE49-F238E27FC236}">
                <a16:creationId xmlns:a16="http://schemas.microsoft.com/office/drawing/2014/main" id="{D971D965-1C87-6430-A8A7-B6EB43D86FCD}"/>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cxnSp>
        <p:nvCxnSpPr>
          <p:cNvPr id="11" name="Straight Connector 10">
            <a:extLst>
              <a:ext uri="{FF2B5EF4-FFF2-40B4-BE49-F238E27FC236}">
                <a16:creationId xmlns:a16="http://schemas.microsoft.com/office/drawing/2014/main" id="{57236231-7728-F430-19B7-A4956EAFC196}"/>
              </a:ext>
            </a:extLst>
          </p:cNvPr>
          <p:cNvCxnSpPr/>
          <p:nvPr/>
        </p:nvCxnSpPr>
        <p:spPr>
          <a:xfrm>
            <a:off x="1450428" y="2522483"/>
            <a:ext cx="0" cy="262495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28760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tx1"/>
        </a:solidFill>
        <a:effectLst/>
      </p:bgPr>
    </p:bg>
    <p:spTree>
      <p:nvGrpSpPr>
        <p:cNvPr id="1" name=""/>
        <p:cNvGrpSpPr/>
        <p:nvPr/>
      </p:nvGrpSpPr>
      <p:grpSpPr>
        <a:xfrm>
          <a:off x="0" y="0"/>
          <a:ext cx="0" cy="0"/>
          <a:chOff x="0" y="0"/>
          <a:chExt cx="0" cy="0"/>
        </a:xfrm>
      </p:grpSpPr>
      <p:pic>
        <p:nvPicPr>
          <p:cNvPr id="3" name="Picture 2" descr="A purple circle with black background&#10;&#10;AI-generated content may be incorrect.">
            <a:extLst>
              <a:ext uri="{FF2B5EF4-FFF2-40B4-BE49-F238E27FC236}">
                <a16:creationId xmlns:a16="http://schemas.microsoft.com/office/drawing/2014/main" id="{9ECA965F-086A-7B72-BC9F-EA4CF32BCAAD}"/>
              </a:ext>
            </a:extLst>
          </p:cNvPr>
          <p:cNvPicPr>
            <a:picLocks noChangeAspect="1"/>
          </p:cNvPicPr>
          <p:nvPr/>
        </p:nvPicPr>
        <p:blipFill>
          <a:blip r:embed="rId2">
            <a:extLst>
              <a:ext uri="{28A0092B-C50C-407E-A947-70E740481C1C}">
                <a14:useLocalDpi xmlns:a14="http://schemas.microsoft.com/office/drawing/2010/main" val="0"/>
              </a:ext>
            </a:extLst>
          </a:blip>
          <a:srcRect b="11502"/>
          <a:stretch/>
        </p:blipFill>
        <p:spPr>
          <a:xfrm>
            <a:off x="421566" y="1836225"/>
            <a:ext cx="5674434" cy="5021775"/>
          </a:xfrm>
          <a:prstGeom prst="rect">
            <a:avLst/>
          </a:prstGeom>
        </p:spPr>
      </p:pic>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450428" y="990601"/>
            <a:ext cx="9145991" cy="3630384"/>
          </a:xfrm>
        </p:spPr>
        <p:txBody>
          <a:bodyPr anchor="b">
            <a:noAutofit/>
          </a:bodyPr>
          <a:lstStyle>
            <a:lvl1pPr algn="l">
              <a:defRPr sz="6500">
                <a:solidFill>
                  <a:schemeClr val="bg1"/>
                </a:solidFill>
              </a:defRPr>
            </a:lvl1p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347132" y="6529916"/>
            <a:ext cx="3284341" cy="328084"/>
          </a:xfrm>
          <a:prstGeom prst="rect">
            <a:avLst/>
          </a:prstGeom>
        </p:spPr>
        <p:txBody>
          <a:bodyPr/>
          <a:lstStyle>
            <a:lvl1pPr>
              <a:defRPr>
                <a:solidFill>
                  <a:schemeClr val="bg1"/>
                </a:solidFill>
              </a:defRPr>
            </a:lvl1pPr>
          </a:lstStyle>
          <a:p>
            <a:fld id="{BD69ADDC-FB37-4BD0-807F-2EC90205924B}" type="datetime1">
              <a:rPr lang="en-US" smtClean="0"/>
              <a:pPr/>
              <a:t>6/9/2026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8660019" y="6529916"/>
            <a:ext cx="2805405" cy="328084"/>
          </a:xfrm>
          <a:prstGeom prst="rect">
            <a:avLst/>
          </a:prstGeom>
        </p:spPr>
        <p:txBody>
          <a:bodyPr/>
          <a:lstStyle>
            <a:lvl1pPr>
              <a:defRPr>
                <a:solidFill>
                  <a:schemeClr val="bg1"/>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415660" y="6529916"/>
            <a:ext cx="429207" cy="328084"/>
          </a:xfrm>
          <a:prstGeom prst="rect">
            <a:avLst/>
          </a:prstGeo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8386985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2">
    <p:bg>
      <p:bgRef idx="1001">
        <a:schemeClr val="bg1"/>
      </p:bgRef>
    </p:bg>
    <p:spTree>
      <p:nvGrpSpPr>
        <p:cNvPr id="1" name=""/>
        <p:cNvGrpSpPr/>
        <p:nvPr/>
      </p:nvGrpSpPr>
      <p:grpSpPr>
        <a:xfrm>
          <a:off x="0" y="0"/>
          <a:ext cx="0" cy="0"/>
          <a:chOff x="0" y="0"/>
          <a:chExt cx="0" cy="0"/>
        </a:xfrm>
      </p:grpSpPr>
      <p:pic>
        <p:nvPicPr>
          <p:cNvPr id="2" name="Picture 1" descr="A purple circle with black background&#10;&#10;AI-generated content may be incorrect.">
            <a:extLst>
              <a:ext uri="{FF2B5EF4-FFF2-40B4-BE49-F238E27FC236}">
                <a16:creationId xmlns:a16="http://schemas.microsoft.com/office/drawing/2014/main" id="{0B3EB36B-144D-A648-1BD5-DBEDDC79D093}"/>
              </a:ext>
            </a:extLst>
          </p:cNvPr>
          <p:cNvPicPr>
            <a:picLocks noChangeAspect="1"/>
          </p:cNvPicPr>
          <p:nvPr/>
        </p:nvPicPr>
        <p:blipFill>
          <a:blip r:embed="rId2">
            <a:extLst>
              <a:ext uri="{28A0092B-C50C-407E-A947-70E740481C1C}">
                <a14:useLocalDpi xmlns:a14="http://schemas.microsoft.com/office/drawing/2010/main" val="0"/>
              </a:ext>
            </a:extLst>
          </a:blip>
          <a:srcRect l="12178" b="16685"/>
          <a:stretch/>
        </p:blipFill>
        <p:spPr>
          <a:xfrm>
            <a:off x="0" y="2754087"/>
            <a:ext cx="4325917" cy="4103914"/>
          </a:xfrm>
          <a:prstGeom prst="rect">
            <a:avLst/>
          </a:prstGeom>
        </p:spPr>
      </p:pic>
      <p:sp>
        <p:nvSpPr>
          <p:cNvPr id="11" name="Title 1">
            <a:extLst>
              <a:ext uri="{FF2B5EF4-FFF2-40B4-BE49-F238E27FC236}">
                <a16:creationId xmlns:a16="http://schemas.microsoft.com/office/drawing/2014/main" id="{D2BD543F-D939-A8C7-FAFA-B555B276DBD7}"/>
              </a:ext>
            </a:extLst>
          </p:cNvPr>
          <p:cNvSpPr>
            <a:spLocks noGrp="1"/>
          </p:cNvSpPr>
          <p:nvPr>
            <p:ph type="ctrTitle"/>
          </p:nvPr>
        </p:nvSpPr>
        <p:spPr>
          <a:xfrm>
            <a:off x="1450428" y="990601"/>
            <a:ext cx="9145991" cy="3630384"/>
          </a:xfrm>
        </p:spPr>
        <p:txBody>
          <a:bodyPr anchor="b">
            <a:noAutofit/>
          </a:bodyPr>
          <a:lstStyle>
            <a:lvl1pPr algn="l">
              <a:defRPr sz="6500">
                <a:solidFill>
                  <a:schemeClr val="tx1"/>
                </a:solidFill>
              </a:defRPr>
            </a:lvl1p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347132" y="6529916"/>
            <a:ext cx="3284341" cy="328084"/>
          </a:xfrm>
          <a:prstGeom prst="rect">
            <a:avLst/>
          </a:prstGeom>
        </p:spPr>
        <p:txBody>
          <a:bodyPr/>
          <a:lstStyle/>
          <a:p>
            <a:fld id="{D6DBE5D1-8623-4EBC-BE64-F118A957A6D2}" type="datetime1">
              <a:rPr lang="en-US" smtClean="0"/>
              <a:t>6/9/2026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84712633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pic>
        <p:nvPicPr>
          <p:cNvPr id="6" name="Picture 5" descr="A purple circle with black background&#10;&#10;AI-generated content may be incorrect.">
            <a:extLst>
              <a:ext uri="{FF2B5EF4-FFF2-40B4-BE49-F238E27FC236}">
                <a16:creationId xmlns:a16="http://schemas.microsoft.com/office/drawing/2014/main" id="{B90D1FE6-C620-8AEA-8E16-817F8F3005D7}"/>
              </a:ext>
            </a:extLst>
          </p:cNvPr>
          <p:cNvPicPr>
            <a:picLocks noChangeAspect="1"/>
          </p:cNvPicPr>
          <p:nvPr/>
        </p:nvPicPr>
        <p:blipFill>
          <a:blip r:embed="rId2">
            <a:extLst>
              <a:ext uri="{28A0092B-C50C-407E-A947-70E740481C1C}">
                <a14:useLocalDpi xmlns:a14="http://schemas.microsoft.com/office/drawing/2010/main" val="0"/>
              </a:ext>
            </a:extLst>
          </a:blip>
          <a:srcRect r="14905" b="19272"/>
          <a:stretch/>
        </p:blipFill>
        <p:spPr>
          <a:xfrm>
            <a:off x="7866083" y="2754085"/>
            <a:ext cx="4325917" cy="4103915"/>
          </a:xfrm>
          <a:prstGeom prst="rect">
            <a:avLst/>
          </a:prstGeom>
        </p:spPr>
      </p:pic>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12647" y="664108"/>
            <a:ext cx="8467558" cy="1554480"/>
          </a:xfrm>
        </p:spPr>
        <p:txBody>
          <a:bodyPr anchor="b">
            <a:normAutofit/>
          </a:bodyPr>
          <a:lstStyle>
            <a:lvl1pPr>
              <a:defRPr sz="4400"/>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12647" y="2333860"/>
            <a:ext cx="8467558" cy="3689909"/>
          </a:xfrm>
        </p:spPr>
        <p:txBody>
          <a:bodyPr>
            <a:normAutofit/>
          </a:bodyPr>
          <a:lstStyle>
            <a:lvl1pPr marL="457200" indent="-457200">
              <a:buFont typeface="+mj-lt"/>
              <a:buAutoNum type="arabicPeriod"/>
              <a:defRPr sz="2400"/>
            </a:lvl1pPr>
            <a:lvl2pPr marL="685800" indent="-457200">
              <a:buFont typeface="+mj-lt"/>
              <a:buAutoNum type="arabicPeriod"/>
              <a:defRPr sz="2000"/>
            </a:lvl2pPr>
            <a:lvl3pPr marL="800100" indent="-342900">
              <a:buFont typeface="+mj-lt"/>
              <a:buAutoNum type="arabicPeriod"/>
              <a:defRPr sz="1800"/>
            </a:lvl3pPr>
            <a:lvl4pPr marL="1028700" indent="-342900">
              <a:buFont typeface="+mj-lt"/>
              <a:buAutoNum type="arabicPeriod"/>
              <a:defRPr sz="1600"/>
            </a:lvl4pPr>
            <a:lvl5pPr marL="1257300" indent="-342900">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347132" y="6529916"/>
            <a:ext cx="3284341" cy="328084"/>
          </a:xfrm>
          <a:prstGeom prst="rect">
            <a:avLst/>
          </a:prstGeom>
        </p:spPr>
        <p:txBody>
          <a:bodyPr/>
          <a:lstStyle/>
          <a:p>
            <a:fld id="{B75827B4-FD33-43BF-9F9D-5FEB6B504CD5}" type="datetime1">
              <a:rPr lang="en-US" smtClean="0"/>
              <a:t>6/9/2026</a:t>
            </a:fld>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0181926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614901" y="907302"/>
            <a:ext cx="4700219" cy="1808466"/>
          </a:xfrm>
        </p:spPr>
        <p:txBody>
          <a:bodyPr anchor="b">
            <a:normAutofit/>
          </a:bodyPr>
          <a:lstStyle>
            <a:lvl1pPr>
              <a:defRPr sz="4000"/>
            </a:lvl1p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176C507B-B242-4119-B1FF-3014636CAB61}"/>
              </a:ext>
            </a:extLst>
          </p:cNvPr>
          <p:cNvSpPr>
            <a:spLocks noGrp="1"/>
          </p:cNvSpPr>
          <p:nvPr>
            <p:ph type="pic" sz="quarter" idx="14"/>
          </p:nvPr>
        </p:nvSpPr>
        <p:spPr>
          <a:xfrm>
            <a:off x="358140" y="333756"/>
            <a:ext cx="5740908" cy="6190488"/>
          </a:xfrm>
          <a:custGeom>
            <a:avLst/>
            <a:gdLst>
              <a:gd name="connsiteX0" fmla="*/ 186643 w 5740908"/>
              <a:gd name="connsiteY0" fmla="*/ 0 h 6190488"/>
              <a:gd name="connsiteX1" fmla="*/ 5740908 w 5740908"/>
              <a:gd name="connsiteY1" fmla="*/ 0 h 6190488"/>
              <a:gd name="connsiteX2" fmla="*/ 5740908 w 5740908"/>
              <a:gd name="connsiteY2" fmla="*/ 6190488 h 6190488"/>
              <a:gd name="connsiteX3" fmla="*/ 186643 w 5740908"/>
              <a:gd name="connsiteY3" fmla="*/ 6190488 h 6190488"/>
              <a:gd name="connsiteX4" fmla="*/ 0 w 5740908"/>
              <a:gd name="connsiteY4" fmla="*/ 6003845 h 6190488"/>
              <a:gd name="connsiteX5" fmla="*/ 0 w 5740908"/>
              <a:gd name="connsiteY5" fmla="*/ 186643 h 6190488"/>
              <a:gd name="connsiteX6" fmla="*/ 186643 w 5740908"/>
              <a:gd name="connsiteY6" fmla="*/ 0 h 6190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40908" h="6190488">
                <a:moveTo>
                  <a:pt x="186643" y="0"/>
                </a:moveTo>
                <a:lnTo>
                  <a:pt x="5740908" y="0"/>
                </a:lnTo>
                <a:lnTo>
                  <a:pt x="5740908" y="6190488"/>
                </a:lnTo>
                <a:lnTo>
                  <a:pt x="186643" y="6190488"/>
                </a:lnTo>
                <a:cubicBezTo>
                  <a:pt x="83563" y="6190488"/>
                  <a:pt x="0" y="6106925"/>
                  <a:pt x="0" y="6003845"/>
                </a:cubicBezTo>
                <a:lnTo>
                  <a:pt x="0" y="186643"/>
                </a:lnTo>
                <a:cubicBezTo>
                  <a:pt x="0" y="83563"/>
                  <a:pt x="83563" y="0"/>
                  <a:pt x="186643" y="0"/>
                </a:cubicBezTo>
                <a:close/>
              </a:path>
            </a:pathLst>
          </a:custGeom>
          <a:blipFill>
            <a:blip r:embed="rId2">
              <a:alphaModFix amt="70000"/>
              <a:extLst>
                <a:ext uri="{28A0092B-C50C-407E-A947-70E740481C1C}">
                  <a14:useLocalDpi xmlns:a14="http://schemas.microsoft.com/office/drawing/2010/main" val="0"/>
                </a:ext>
              </a:extLst>
            </a:blip>
            <a:stretch>
              <a:fillRect/>
            </a:stretch>
          </a:blipFill>
        </p:spPr>
        <p:txBody>
          <a:bodyPr wrap="square">
            <a:noAutofit/>
          </a:bodyPr>
          <a:lstStyle/>
          <a:p>
            <a:r>
              <a:rPr lang="en-US"/>
              <a:t>Click icon to add picture</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614901" y="2825496"/>
            <a:ext cx="4700219" cy="3125201"/>
          </a:xfrm>
        </p:spPr>
        <p:txBody>
          <a:bodyPr>
            <a:normAutofit/>
          </a:bodyPr>
          <a:lstStyle>
            <a:lvl1pPr marL="457200" indent="-457200">
              <a:buFont typeface="+mj-lt"/>
              <a:buAutoNum type="arabicPeriod"/>
              <a:defRPr sz="2000"/>
            </a:lvl1pPr>
            <a:lvl2pPr marL="571500" indent="-342900">
              <a:buFont typeface="+mj-lt"/>
              <a:buAutoNum type="arabicPeriod"/>
              <a:defRPr sz="1800"/>
            </a:lvl2pPr>
            <a:lvl3pPr marL="800100" indent="-342900">
              <a:buFont typeface="+mj-lt"/>
              <a:buAutoNum type="arabicPeriod"/>
              <a:defRPr sz="1600"/>
            </a:lvl3pPr>
            <a:lvl4pPr marL="1028700" indent="-342900">
              <a:buFont typeface="+mj-lt"/>
              <a:buAutoNum type="arabicPeriod"/>
              <a:defRPr sz="1400"/>
            </a:lvl4pPr>
            <a:lvl5pP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Date Placeholder 4">
            <a:extLst>
              <a:ext uri="{FF2B5EF4-FFF2-40B4-BE49-F238E27FC236}">
                <a16:creationId xmlns:a16="http://schemas.microsoft.com/office/drawing/2014/main" id="{168DD83C-D23D-6D82-F95D-3B845F07850D}"/>
              </a:ext>
            </a:extLst>
          </p:cNvPr>
          <p:cNvSpPr>
            <a:spLocks noGrp="1"/>
          </p:cNvSpPr>
          <p:nvPr>
            <p:ph type="dt" sz="half" idx="10"/>
          </p:nvPr>
        </p:nvSpPr>
        <p:spPr>
          <a:xfrm>
            <a:off x="7253745" y="6529914"/>
            <a:ext cx="1622776" cy="328085"/>
          </a:xfrm>
          <a:prstGeom prst="rect">
            <a:avLst/>
          </a:prstGeom>
        </p:spPr>
        <p:txBody>
          <a:bodyPr/>
          <a:lstStyle>
            <a:lvl1pPr>
              <a:defRPr>
                <a:solidFill>
                  <a:schemeClr val="tx1"/>
                </a:solidFill>
                <a:effectLst/>
              </a:defRPr>
            </a:lvl1pPr>
          </a:lstStyle>
          <a:p>
            <a:fld id="{49B3D67F-5079-4349-A370-6203DAA40BB5}" type="datetime1">
              <a:rPr lang="en-US" smtClean="0"/>
              <a:t>6/9/2026</a:t>
            </a:fld>
            <a:endParaRPr lang="en-US" dirty="0"/>
          </a:p>
        </p:txBody>
      </p:sp>
      <p:sp>
        <p:nvSpPr>
          <p:cNvPr id="9" name="Footer Placeholder 5">
            <a:extLst>
              <a:ext uri="{FF2B5EF4-FFF2-40B4-BE49-F238E27FC236}">
                <a16:creationId xmlns:a16="http://schemas.microsoft.com/office/drawing/2014/main" id="{AE25BD38-48AE-AB7F-6C54-5CB0286457FC}"/>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10" name="Slide Number Placeholder 6">
            <a:extLst>
              <a:ext uri="{FF2B5EF4-FFF2-40B4-BE49-F238E27FC236}">
                <a16:creationId xmlns:a16="http://schemas.microsoft.com/office/drawing/2014/main" id="{E6A02DBF-D88B-3129-23EF-1ECA540096BD}"/>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11" name="Rectangle: Rounded Corners 10">
            <a:extLst>
              <a:ext uri="{FF2B5EF4-FFF2-40B4-BE49-F238E27FC236}">
                <a16:creationId xmlns:a16="http://schemas.microsoft.com/office/drawing/2014/main" id="{F4855E23-77DB-A52C-BC0E-EF3C3F4A95CC}"/>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8057245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28347" y="2385975"/>
            <a:ext cx="4325112" cy="2454796"/>
          </a:xfrm>
        </p:spPr>
        <p:txBody>
          <a:bodyPr>
            <a:normAutofit/>
          </a:bodyPr>
          <a:lstStyle>
            <a:lvl1pPr>
              <a:defRPr sz="4400"/>
            </a:lvl1pPr>
          </a:lstStyle>
          <a:p>
            <a:r>
              <a:rPr lang="en-US"/>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273800" y="2386584"/>
            <a:ext cx="4325112" cy="2459736"/>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347132" y="6529916"/>
            <a:ext cx="3284341" cy="328084"/>
          </a:xfrm>
          <a:prstGeom prst="rect">
            <a:avLst/>
          </a:prstGeom>
        </p:spPr>
        <p:txBody>
          <a:bodyPr/>
          <a:lstStyle/>
          <a:p>
            <a:fld id="{3B13B15A-B652-48F5-A365-F1C590938A4C}" type="datetime1">
              <a:rPr lang="en-US" smtClean="0"/>
              <a:t>6/9/2026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923597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28347" y="2258568"/>
            <a:ext cx="3813048" cy="3557016"/>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519738" y="2254250"/>
            <a:ext cx="4956175" cy="3556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347132" y="6529916"/>
            <a:ext cx="3284341" cy="328084"/>
          </a:xfrm>
          <a:prstGeom prst="rect">
            <a:avLst/>
          </a:prstGeom>
        </p:spPr>
        <p:txBody>
          <a:bodyPr/>
          <a:lstStyle/>
          <a:p>
            <a:fld id="{1BA0B4E8-F389-4DD5-B3EC-37E88D1AD78F}" type="datetime1">
              <a:rPr lang="en-US" smtClean="0"/>
              <a:t>6/9/2026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79132942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8" y="1537853"/>
            <a:ext cx="4145582" cy="4638825"/>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519738" y="1538288"/>
            <a:ext cx="5681662" cy="48180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347132" y="6529916"/>
            <a:ext cx="3284341" cy="328084"/>
          </a:xfrm>
          <a:prstGeom prst="rect">
            <a:avLst/>
          </a:prstGeom>
        </p:spPr>
        <p:txBody>
          <a:bodyPr/>
          <a:lstStyle/>
          <a:p>
            <a:fld id="{A942A636-76C4-4EB1-A2CC-2ABF54421FE3}" type="datetime1">
              <a:rPr lang="en-US" smtClean="0"/>
              <a:t>6/9/2026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4978247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877456"/>
            <a:ext cx="4142232" cy="4940661"/>
          </a:xfrm>
        </p:spPr>
        <p:txBody>
          <a:bodyPr>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522913" y="877456"/>
            <a:ext cx="6159500" cy="53908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347132" y="6529916"/>
            <a:ext cx="3284341" cy="328084"/>
          </a:xfrm>
          <a:prstGeom prst="rect">
            <a:avLst/>
          </a:prstGeom>
        </p:spPr>
        <p:txBody>
          <a:bodyPr/>
          <a:lstStyle/>
          <a:p>
            <a:fld id="{95B423A5-C243-487B-A652-39F00748165E}" type="datetime1">
              <a:rPr lang="en-US" smtClean="0"/>
              <a:t>6/9/2026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66482651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72533" y="548639"/>
            <a:ext cx="3494314" cy="5719639"/>
          </a:xfrm>
        </p:spPr>
        <p:txBody>
          <a:bodyPr>
            <a:normAutofit/>
          </a:bodyPr>
          <a:lstStyle>
            <a:lvl1pPr>
              <a:defRPr sz="32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504268" y="549274"/>
            <a:ext cx="7315200" cy="58064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347132" y="6529916"/>
            <a:ext cx="3284341" cy="328084"/>
          </a:xfrm>
          <a:prstGeom prst="rect">
            <a:avLst/>
          </a:prstGeom>
        </p:spPr>
        <p:txBody>
          <a:bodyPr/>
          <a:lstStyle/>
          <a:p>
            <a:fld id="{0430AD89-C002-420D-B2A6-406343AFF059}" type="datetime1">
              <a:rPr lang="en-US" smtClean="0"/>
              <a:t>6/9/2026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1265832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Content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860893" y="907303"/>
            <a:ext cx="10465073" cy="1132258"/>
          </a:xfrm>
        </p:spPr>
        <p:txBody>
          <a:bodyPr/>
          <a:lstStyle>
            <a:lvl1pPr>
              <a:defRPr>
                <a:latin typeface="+mj-lt"/>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860893" y="2367643"/>
            <a:ext cx="10465073" cy="358305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347132" y="6529916"/>
            <a:ext cx="3284341" cy="328084"/>
          </a:xfrm>
          <a:prstGeom prst="rect">
            <a:avLst/>
          </a:prstGeom>
        </p:spPr>
        <p:txBody>
          <a:bodyPr/>
          <a:lstStyle/>
          <a:p>
            <a:fld id="{4BC6E8D4-25D1-4A44-BB87-23C6E7F03C94}" type="datetime1">
              <a:rPr lang="en-US" smtClean="0"/>
              <a:t>6/9/2026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68816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21705" y="927238"/>
            <a:ext cx="6024894" cy="1143000"/>
          </a:xfrm>
        </p:spPr>
        <p:txBody>
          <a:bodyPr anchor="b"/>
          <a:lstStyle/>
          <a:p>
            <a:r>
              <a:rPr lang="en-US"/>
              <a:t>Click to edit Master title style</a:t>
            </a:r>
            <a:endParaRPr lang="en-US" dirty="0"/>
          </a:p>
        </p:txBody>
      </p:sp>
      <p:sp>
        <p:nvSpPr>
          <p:cNvPr id="6" name="Picture Placeholder 5">
            <a:extLst>
              <a:ext uri="{FF2B5EF4-FFF2-40B4-BE49-F238E27FC236}">
                <a16:creationId xmlns:a16="http://schemas.microsoft.com/office/drawing/2014/main" id="{C62C8996-C286-B245-2F06-E6E33F9907E0}"/>
              </a:ext>
            </a:extLst>
          </p:cNvPr>
          <p:cNvSpPr>
            <a:spLocks noGrp="1"/>
          </p:cNvSpPr>
          <p:nvPr>
            <p:ph type="pic" sz="quarter" idx="13"/>
          </p:nvPr>
        </p:nvSpPr>
        <p:spPr>
          <a:xfrm>
            <a:off x="358140" y="333756"/>
            <a:ext cx="4435746" cy="6190488"/>
          </a:xfrm>
          <a:custGeom>
            <a:avLst/>
            <a:gdLst>
              <a:gd name="connsiteX0" fmla="*/ 186643 w 4435746"/>
              <a:gd name="connsiteY0" fmla="*/ 0 h 6190488"/>
              <a:gd name="connsiteX1" fmla="*/ 4435746 w 4435746"/>
              <a:gd name="connsiteY1" fmla="*/ 0 h 6190488"/>
              <a:gd name="connsiteX2" fmla="*/ 4435746 w 4435746"/>
              <a:gd name="connsiteY2" fmla="*/ 6190488 h 6190488"/>
              <a:gd name="connsiteX3" fmla="*/ 186643 w 4435746"/>
              <a:gd name="connsiteY3" fmla="*/ 6190488 h 6190488"/>
              <a:gd name="connsiteX4" fmla="*/ 0 w 4435746"/>
              <a:gd name="connsiteY4" fmla="*/ 6003845 h 6190488"/>
              <a:gd name="connsiteX5" fmla="*/ 0 w 4435746"/>
              <a:gd name="connsiteY5" fmla="*/ 186643 h 6190488"/>
              <a:gd name="connsiteX6" fmla="*/ 186643 w 4435746"/>
              <a:gd name="connsiteY6" fmla="*/ 0 h 6190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35746" h="6190488">
                <a:moveTo>
                  <a:pt x="186643" y="0"/>
                </a:moveTo>
                <a:lnTo>
                  <a:pt x="4435746" y="0"/>
                </a:lnTo>
                <a:lnTo>
                  <a:pt x="4435746" y="6190488"/>
                </a:lnTo>
                <a:lnTo>
                  <a:pt x="186643" y="6190488"/>
                </a:lnTo>
                <a:cubicBezTo>
                  <a:pt x="83563" y="6190488"/>
                  <a:pt x="0" y="6106925"/>
                  <a:pt x="0" y="6003845"/>
                </a:cubicBezTo>
                <a:lnTo>
                  <a:pt x="0" y="186643"/>
                </a:lnTo>
                <a:cubicBezTo>
                  <a:pt x="0" y="83563"/>
                  <a:pt x="83563" y="0"/>
                  <a:pt x="186643" y="0"/>
                </a:cubicBezTo>
                <a:close/>
              </a:path>
            </a:pathLst>
          </a:custGeom>
          <a:blipFill>
            <a:blip r:embed="rId2">
              <a:alphaModFix amt="70000"/>
              <a:extLst>
                <a:ext uri="{28A0092B-C50C-407E-A947-70E740481C1C}">
                  <a14:useLocalDpi xmlns:a14="http://schemas.microsoft.com/office/drawing/2010/main" val="0"/>
                </a:ext>
              </a:extLst>
            </a:blip>
            <a:stretch>
              <a:fillRect/>
            </a:stretch>
          </a:blipFill>
        </p:spPr>
        <p:txBody>
          <a:bodyPr wrap="square">
            <a:noAutofit/>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321704" y="2204566"/>
            <a:ext cx="6004263" cy="37660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5321704" y="6529914"/>
            <a:ext cx="3554817" cy="328085"/>
          </a:xfrm>
          <a:prstGeom prst="rect">
            <a:avLst/>
          </a:prstGeom>
        </p:spPr>
        <p:txBody>
          <a:bodyPr/>
          <a:lstStyle/>
          <a:p>
            <a:fld id="{78F868A0-EF2B-4F3B-A196-0BED12045750}" type="datetime1">
              <a:rPr lang="en-US" smtClean="0"/>
              <a:t>6/9/2026</a:t>
            </a:fld>
            <a:endParaRPr lang="en-US" dirty="0"/>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8660019" y="6529916"/>
            <a:ext cx="2805405" cy="328084"/>
          </a:xfrm>
          <a:prstGeom prst="rect">
            <a:avLst/>
          </a:prstGeom>
        </p:spPr>
        <p:txBody>
          <a:bodyPr/>
          <a:lstStyle/>
          <a:p>
            <a:r>
              <a:rPr lang="en-US" dirty="0"/>
              <a:t>Sample Footer Text</a:t>
            </a:r>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3" name="Rectangle: Rounded Corners 2">
            <a:extLst>
              <a:ext uri="{FF2B5EF4-FFF2-40B4-BE49-F238E27FC236}">
                <a16:creationId xmlns:a16="http://schemas.microsoft.com/office/drawing/2014/main" id="{99886564-48A7-D356-B519-1753B487C993}"/>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8884300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59536" y="905256"/>
            <a:ext cx="6037236" cy="1143000"/>
          </a:xfrm>
        </p:spPr>
        <p:txBody>
          <a:bodyPr anchor="b"/>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859536" y="2202135"/>
            <a:ext cx="6037365" cy="37485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Picture Placeholder 4">
            <a:extLst>
              <a:ext uri="{FF2B5EF4-FFF2-40B4-BE49-F238E27FC236}">
                <a16:creationId xmlns:a16="http://schemas.microsoft.com/office/drawing/2014/main" id="{6B0EB951-12A5-039B-D658-D0E726B23825}"/>
              </a:ext>
            </a:extLst>
          </p:cNvPr>
          <p:cNvSpPr>
            <a:spLocks noGrp="1"/>
          </p:cNvSpPr>
          <p:nvPr>
            <p:ph type="pic" sz="quarter" idx="13"/>
          </p:nvPr>
        </p:nvSpPr>
        <p:spPr>
          <a:xfrm>
            <a:off x="7400544" y="333756"/>
            <a:ext cx="4433316" cy="6190488"/>
          </a:xfrm>
          <a:custGeom>
            <a:avLst/>
            <a:gdLst>
              <a:gd name="connsiteX0" fmla="*/ 0 w 4433316"/>
              <a:gd name="connsiteY0" fmla="*/ 0 h 6190488"/>
              <a:gd name="connsiteX1" fmla="*/ 4246673 w 4433316"/>
              <a:gd name="connsiteY1" fmla="*/ 0 h 6190488"/>
              <a:gd name="connsiteX2" fmla="*/ 4433316 w 4433316"/>
              <a:gd name="connsiteY2" fmla="*/ 186643 h 6190488"/>
              <a:gd name="connsiteX3" fmla="*/ 4433316 w 4433316"/>
              <a:gd name="connsiteY3" fmla="*/ 6003845 h 6190488"/>
              <a:gd name="connsiteX4" fmla="*/ 4246673 w 4433316"/>
              <a:gd name="connsiteY4" fmla="*/ 6190488 h 6190488"/>
              <a:gd name="connsiteX5" fmla="*/ 0 w 4433316"/>
              <a:gd name="connsiteY5" fmla="*/ 6190488 h 6190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33316" h="6190488">
                <a:moveTo>
                  <a:pt x="0" y="0"/>
                </a:moveTo>
                <a:lnTo>
                  <a:pt x="4246673" y="0"/>
                </a:lnTo>
                <a:cubicBezTo>
                  <a:pt x="4349753" y="0"/>
                  <a:pt x="4433316" y="83563"/>
                  <a:pt x="4433316" y="186643"/>
                </a:cubicBezTo>
                <a:lnTo>
                  <a:pt x="4433316" y="6003845"/>
                </a:lnTo>
                <a:cubicBezTo>
                  <a:pt x="4433316" y="6106925"/>
                  <a:pt x="4349753" y="6190488"/>
                  <a:pt x="4246673" y="6190488"/>
                </a:cubicBezTo>
                <a:lnTo>
                  <a:pt x="0" y="6190488"/>
                </a:lnTo>
                <a:close/>
              </a:path>
            </a:pathLst>
          </a:custGeom>
          <a:blipFill>
            <a:blip r:embed="rId2">
              <a:alphaModFix amt="70000"/>
              <a:extLst>
                <a:ext uri="{28A0092B-C50C-407E-A947-70E740481C1C}">
                  <a14:useLocalDpi xmlns:a14="http://schemas.microsoft.com/office/drawing/2010/main" val="0"/>
                </a:ext>
              </a:extLst>
            </a:blip>
            <a:stretch>
              <a:fillRect/>
            </a:stretch>
          </a:blipFill>
        </p:spPr>
        <p:txBody>
          <a:bodyPr wrap="square">
            <a:noAutofit/>
          </a:bodyPr>
          <a:lstStyle/>
          <a:p>
            <a:r>
              <a:rPr lang="en-US"/>
              <a:t>Click icon to add picture</a:t>
            </a:r>
            <a:endParaRPr lang="en-US" dirty="0"/>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347132" y="6529916"/>
            <a:ext cx="3284341" cy="328085"/>
          </a:xfrm>
          <a:prstGeom prst="rect">
            <a:avLst/>
          </a:prstGeom>
        </p:spPr>
        <p:txBody>
          <a:bodyPr/>
          <a:lstStyle/>
          <a:p>
            <a:fld id="{3D127003-26EA-4E29-A915-6163B9A3B02A}" type="datetime1">
              <a:rPr lang="en-US" smtClean="0"/>
              <a:t>6/9/2026</a:t>
            </a:fld>
            <a:endParaRPr lang="en-US" dirty="0"/>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3950591" y="6529916"/>
            <a:ext cx="2805405" cy="328084"/>
          </a:xfrm>
          <a:prstGeom prst="rect">
            <a:avLst/>
          </a:prstGeom>
        </p:spPr>
        <p:txBody>
          <a:bodyPr/>
          <a:lstStyle/>
          <a:p>
            <a:r>
              <a:rPr lang="en-US" dirty="0"/>
              <a:t>Sample Footer Text</a:t>
            </a:r>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6706232" y="6529916"/>
            <a:ext cx="429207" cy="328084"/>
          </a:xfrm>
          <a:prstGeom prst="rect">
            <a:avLst/>
          </a:prstGeom>
        </p:spPr>
        <p:txBody>
          <a:bodyPr/>
          <a:lstStyle/>
          <a:p>
            <a:fld id="{CC057153-B650-4DEB-B370-79DDCFDCE934}" type="slidenum">
              <a:rPr lang="en-US" smtClean="0"/>
              <a:t>‹#›</a:t>
            </a:fld>
            <a:endParaRPr lang="en-US" dirty="0"/>
          </a:p>
        </p:txBody>
      </p:sp>
      <p:sp>
        <p:nvSpPr>
          <p:cNvPr id="3" name="Rectangle: Rounded Corners 2">
            <a:extLst>
              <a:ext uri="{FF2B5EF4-FFF2-40B4-BE49-F238E27FC236}">
                <a16:creationId xmlns:a16="http://schemas.microsoft.com/office/drawing/2014/main" id="{28ED8B4C-3B70-7229-7BC1-2CA7F4228544}"/>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3689064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24995" y="912388"/>
            <a:ext cx="6800971" cy="932688"/>
          </a:xfrm>
        </p:spPr>
        <p:txBody>
          <a:bodyPr anchor="b"/>
          <a:lstStyle>
            <a:lvl1pPr>
              <a:defRPr sz="4400"/>
            </a:lvl1pPr>
          </a:lstStyle>
          <a:p>
            <a:r>
              <a:rPr lang="en-US"/>
              <a:t>Click to edit Master title style</a:t>
            </a:r>
            <a:endParaRPr lang="en-US" dirty="0"/>
          </a:p>
        </p:txBody>
      </p:sp>
      <p:sp>
        <p:nvSpPr>
          <p:cNvPr id="7" name="Picture Placeholder 6">
            <a:extLst>
              <a:ext uri="{FF2B5EF4-FFF2-40B4-BE49-F238E27FC236}">
                <a16:creationId xmlns:a16="http://schemas.microsoft.com/office/drawing/2014/main" id="{5D00EEA7-B56C-0FE1-DD57-6EA768316748}"/>
              </a:ext>
            </a:extLst>
          </p:cNvPr>
          <p:cNvSpPr>
            <a:spLocks noGrp="1"/>
          </p:cNvSpPr>
          <p:nvPr>
            <p:ph type="pic" sz="quarter" idx="13"/>
          </p:nvPr>
        </p:nvSpPr>
        <p:spPr>
          <a:xfrm>
            <a:off x="358140" y="333756"/>
            <a:ext cx="3665220" cy="6190488"/>
          </a:xfrm>
          <a:custGeom>
            <a:avLst/>
            <a:gdLst>
              <a:gd name="connsiteX0" fmla="*/ 186643 w 3665220"/>
              <a:gd name="connsiteY0" fmla="*/ 0 h 6190488"/>
              <a:gd name="connsiteX1" fmla="*/ 3665220 w 3665220"/>
              <a:gd name="connsiteY1" fmla="*/ 0 h 6190488"/>
              <a:gd name="connsiteX2" fmla="*/ 3665220 w 3665220"/>
              <a:gd name="connsiteY2" fmla="*/ 6190488 h 6190488"/>
              <a:gd name="connsiteX3" fmla="*/ 186643 w 3665220"/>
              <a:gd name="connsiteY3" fmla="*/ 6190488 h 6190488"/>
              <a:gd name="connsiteX4" fmla="*/ 0 w 3665220"/>
              <a:gd name="connsiteY4" fmla="*/ 6003845 h 6190488"/>
              <a:gd name="connsiteX5" fmla="*/ 0 w 3665220"/>
              <a:gd name="connsiteY5" fmla="*/ 186643 h 6190488"/>
              <a:gd name="connsiteX6" fmla="*/ 186643 w 3665220"/>
              <a:gd name="connsiteY6" fmla="*/ 0 h 6190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65220" h="6190488">
                <a:moveTo>
                  <a:pt x="186643" y="0"/>
                </a:moveTo>
                <a:lnTo>
                  <a:pt x="3665220" y="0"/>
                </a:lnTo>
                <a:lnTo>
                  <a:pt x="3665220" y="6190488"/>
                </a:lnTo>
                <a:lnTo>
                  <a:pt x="186643" y="6190488"/>
                </a:lnTo>
                <a:cubicBezTo>
                  <a:pt x="83563" y="6190488"/>
                  <a:pt x="0" y="6106925"/>
                  <a:pt x="0" y="6003845"/>
                </a:cubicBezTo>
                <a:lnTo>
                  <a:pt x="0" y="186643"/>
                </a:lnTo>
                <a:cubicBezTo>
                  <a:pt x="0" y="83563"/>
                  <a:pt x="83563" y="0"/>
                  <a:pt x="186643" y="0"/>
                </a:cubicBezTo>
                <a:close/>
              </a:path>
            </a:pathLst>
          </a:custGeom>
          <a:blipFill>
            <a:blip r:embed="rId2">
              <a:alphaModFix amt="70000"/>
              <a:extLst>
                <a:ext uri="{28A0092B-C50C-407E-A947-70E740481C1C}">
                  <a14:useLocalDpi xmlns:a14="http://schemas.microsoft.com/office/drawing/2010/main" val="0"/>
                </a:ext>
              </a:extLst>
            </a:blip>
            <a:stretch>
              <a:fillRect/>
            </a:stretch>
          </a:blipFill>
        </p:spPr>
        <p:txBody>
          <a:bodyPr wrap="square">
            <a:noAutofit/>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524996" y="1997625"/>
            <a:ext cx="6800971" cy="39450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4745736" y="6529916"/>
            <a:ext cx="3494314" cy="328084"/>
          </a:xfrm>
          <a:prstGeom prst="rect">
            <a:avLst/>
          </a:prstGeom>
        </p:spPr>
        <p:txBody>
          <a:bodyPr/>
          <a:lstStyle/>
          <a:p>
            <a:fld id="{FC8398B2-10D9-44F6-A6BD-93FBB0F2ED95}" type="datetime1">
              <a:rPr lang="en-US" smtClean="0"/>
              <a:t>6/9/2026</a:t>
            </a:fld>
            <a:endParaRPr lang="en-US" dirty="0"/>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8660019" y="6529916"/>
            <a:ext cx="2805405" cy="328084"/>
          </a:xfrm>
          <a:prstGeom prst="rect">
            <a:avLst/>
          </a:prstGeom>
        </p:spPr>
        <p:txBody>
          <a:bodyPr/>
          <a:lstStyle/>
          <a:p>
            <a:r>
              <a:rPr lang="en-US" dirty="0"/>
              <a:t>Sample Footer Text</a:t>
            </a:r>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6" name="Rectangle: Rounded Corners 5">
            <a:extLst>
              <a:ext uri="{FF2B5EF4-FFF2-40B4-BE49-F238E27FC236}">
                <a16:creationId xmlns:a16="http://schemas.microsoft.com/office/drawing/2014/main" id="{42F2155E-50E7-C260-4CB2-28DE7F08650E}"/>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55982435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799AA6AA-9FAC-AA42-597B-AAAAEDA9E09F}"/>
              </a:ext>
            </a:extLst>
          </p:cNvPr>
          <p:cNvSpPr>
            <a:spLocks noGrp="1"/>
          </p:cNvSpPr>
          <p:nvPr>
            <p:ph type="title"/>
          </p:nvPr>
        </p:nvSpPr>
        <p:spPr>
          <a:xfrm>
            <a:off x="859536" y="912388"/>
            <a:ext cx="6800971" cy="932688"/>
          </a:xfrm>
        </p:spPr>
        <p:txBody>
          <a:bodyPr anchor="b"/>
          <a:lstStyle>
            <a:lvl1pPr>
              <a:defRPr sz="4400"/>
            </a:lvl1pPr>
          </a:lstStyle>
          <a:p>
            <a:r>
              <a:rPr lang="en-US"/>
              <a:t>Click to edit Master title style</a:t>
            </a:r>
            <a:endParaRPr lang="en-US" dirty="0"/>
          </a:p>
        </p:txBody>
      </p:sp>
      <p:sp>
        <p:nvSpPr>
          <p:cNvPr id="16" name="Content Placeholder 7">
            <a:extLst>
              <a:ext uri="{FF2B5EF4-FFF2-40B4-BE49-F238E27FC236}">
                <a16:creationId xmlns:a16="http://schemas.microsoft.com/office/drawing/2014/main" id="{5F8572EB-0F19-5157-1262-D70FB246A99A}"/>
              </a:ext>
            </a:extLst>
          </p:cNvPr>
          <p:cNvSpPr>
            <a:spLocks noGrp="1"/>
          </p:cNvSpPr>
          <p:nvPr>
            <p:ph sz="quarter" idx="14"/>
          </p:nvPr>
        </p:nvSpPr>
        <p:spPr>
          <a:xfrm>
            <a:off x="859536" y="1997625"/>
            <a:ext cx="6800971" cy="39450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Picture Placeholder 4">
            <a:extLst>
              <a:ext uri="{FF2B5EF4-FFF2-40B4-BE49-F238E27FC236}">
                <a16:creationId xmlns:a16="http://schemas.microsoft.com/office/drawing/2014/main" id="{1B842C4E-40FF-AB86-90DD-9230239CDAA9}"/>
              </a:ext>
            </a:extLst>
          </p:cNvPr>
          <p:cNvSpPr>
            <a:spLocks noGrp="1"/>
          </p:cNvSpPr>
          <p:nvPr>
            <p:ph type="pic" sz="quarter" idx="13"/>
          </p:nvPr>
        </p:nvSpPr>
        <p:spPr>
          <a:xfrm>
            <a:off x="8091732" y="333756"/>
            <a:ext cx="3742128" cy="6190488"/>
          </a:xfrm>
          <a:custGeom>
            <a:avLst/>
            <a:gdLst>
              <a:gd name="connsiteX0" fmla="*/ 0 w 3742128"/>
              <a:gd name="connsiteY0" fmla="*/ 0 h 6190488"/>
              <a:gd name="connsiteX1" fmla="*/ 3555485 w 3742128"/>
              <a:gd name="connsiteY1" fmla="*/ 0 h 6190488"/>
              <a:gd name="connsiteX2" fmla="*/ 3742128 w 3742128"/>
              <a:gd name="connsiteY2" fmla="*/ 186643 h 6190488"/>
              <a:gd name="connsiteX3" fmla="*/ 3742128 w 3742128"/>
              <a:gd name="connsiteY3" fmla="*/ 6003845 h 6190488"/>
              <a:gd name="connsiteX4" fmla="*/ 3555485 w 3742128"/>
              <a:gd name="connsiteY4" fmla="*/ 6190488 h 6190488"/>
              <a:gd name="connsiteX5" fmla="*/ 0 w 3742128"/>
              <a:gd name="connsiteY5" fmla="*/ 6190488 h 6190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42128" h="6190488">
                <a:moveTo>
                  <a:pt x="0" y="0"/>
                </a:moveTo>
                <a:lnTo>
                  <a:pt x="3555485" y="0"/>
                </a:lnTo>
                <a:cubicBezTo>
                  <a:pt x="3658565" y="0"/>
                  <a:pt x="3742128" y="83563"/>
                  <a:pt x="3742128" y="186643"/>
                </a:cubicBezTo>
                <a:lnTo>
                  <a:pt x="3742128" y="6003845"/>
                </a:lnTo>
                <a:cubicBezTo>
                  <a:pt x="3742128" y="6106925"/>
                  <a:pt x="3658565" y="6190488"/>
                  <a:pt x="3555485" y="6190488"/>
                </a:cubicBezTo>
                <a:lnTo>
                  <a:pt x="0" y="6190488"/>
                </a:lnTo>
                <a:close/>
              </a:path>
            </a:pathLst>
          </a:custGeom>
          <a:blipFill>
            <a:blip r:embed="rId2">
              <a:alphaModFix amt="70000"/>
              <a:extLst>
                <a:ext uri="{28A0092B-C50C-407E-A947-70E740481C1C}">
                  <a14:useLocalDpi xmlns:a14="http://schemas.microsoft.com/office/drawing/2010/main" val="0"/>
                </a:ext>
              </a:extLst>
            </a:blip>
            <a:stretch>
              <a:fillRect/>
            </a:stretch>
          </a:blipFill>
        </p:spPr>
        <p:txBody>
          <a:bodyPr wrap="square">
            <a:noAutofit/>
          </a:bodyPr>
          <a:lstStyle/>
          <a:p>
            <a:r>
              <a:rPr lang="en-US"/>
              <a:t>Click icon to add picture</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347132" y="6529916"/>
            <a:ext cx="3284341" cy="328084"/>
          </a:xfrm>
          <a:prstGeom prst="rect">
            <a:avLst/>
          </a:prstGeom>
        </p:spPr>
        <p:txBody>
          <a:bodyPr/>
          <a:lstStyle/>
          <a:p>
            <a:fld id="{DCAE8F83-67FA-404A-B769-CAB4959C0FA7}" type="datetime1">
              <a:rPr lang="en-US" smtClean="0"/>
              <a:t>6/9/2026</a:t>
            </a:fld>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4285799" y="6529916"/>
            <a:ext cx="2805405" cy="328084"/>
          </a:xfrm>
          <a:prstGeom prst="rect">
            <a:avLst/>
          </a:prstGeom>
        </p:spPr>
        <p:txBody>
          <a:bodyPr/>
          <a:lstStyle/>
          <a:p>
            <a:r>
              <a:rPr lang="en-US" dirty="0"/>
              <a:t>Sample Footer Text</a:t>
            </a:r>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529916"/>
            <a:ext cx="429207" cy="328084"/>
          </a:xfrm>
          <a:prstGeom prst="rect">
            <a:avLst/>
          </a:prstGeom>
        </p:spPr>
        <p:txBody>
          <a:bodyPr/>
          <a:lstStyle/>
          <a:p>
            <a:fld id="{CC057153-B650-4DEB-B370-79DDCFDCE934}" type="slidenum">
              <a:rPr lang="en-US" smtClean="0"/>
              <a:t>‹#›</a:t>
            </a:fld>
            <a:endParaRPr lang="en-US" dirty="0"/>
          </a:p>
        </p:txBody>
      </p:sp>
      <p:sp>
        <p:nvSpPr>
          <p:cNvPr id="2" name="Rectangle: Rounded Corners 1">
            <a:extLst>
              <a:ext uri="{FF2B5EF4-FFF2-40B4-BE49-F238E27FC236}">
                <a16:creationId xmlns:a16="http://schemas.microsoft.com/office/drawing/2014/main" id="{635E0701-D961-E590-72A4-CFE60A942FB6}"/>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7045870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35B410A-8F1F-C41B-C2EA-3ADD36BB7D5B}"/>
              </a:ext>
            </a:extLst>
          </p:cNvPr>
          <p:cNvSpPr>
            <a:spLocks noGrp="1"/>
          </p:cNvSpPr>
          <p:nvPr>
            <p:ph type="title"/>
          </p:nvPr>
        </p:nvSpPr>
        <p:spPr>
          <a:xfrm>
            <a:off x="7053972" y="907302"/>
            <a:ext cx="4361688" cy="1386965"/>
          </a:xfrm>
        </p:spPr>
        <p:txBody>
          <a:bodyPr anchor="t"/>
          <a:lstStyle/>
          <a:p>
            <a:r>
              <a:rPr lang="en-US"/>
              <a:t>Click to edit Master title style</a:t>
            </a:r>
            <a:endParaRPr lang="en-US" dirty="0"/>
          </a:p>
        </p:txBody>
      </p:sp>
      <p:sp>
        <p:nvSpPr>
          <p:cNvPr id="8" name="Picture Placeholder 7">
            <a:extLst>
              <a:ext uri="{FF2B5EF4-FFF2-40B4-BE49-F238E27FC236}">
                <a16:creationId xmlns:a16="http://schemas.microsoft.com/office/drawing/2014/main" id="{3675BA77-EBBB-9336-6E26-E6A278DEC64C}"/>
              </a:ext>
            </a:extLst>
          </p:cNvPr>
          <p:cNvSpPr>
            <a:spLocks noGrp="1"/>
          </p:cNvSpPr>
          <p:nvPr>
            <p:ph type="pic" sz="quarter" idx="13"/>
          </p:nvPr>
        </p:nvSpPr>
        <p:spPr>
          <a:xfrm>
            <a:off x="358140" y="333756"/>
            <a:ext cx="6253369" cy="6190488"/>
          </a:xfrm>
          <a:custGeom>
            <a:avLst/>
            <a:gdLst>
              <a:gd name="connsiteX0" fmla="*/ 186643 w 6253369"/>
              <a:gd name="connsiteY0" fmla="*/ 0 h 6190488"/>
              <a:gd name="connsiteX1" fmla="*/ 6253369 w 6253369"/>
              <a:gd name="connsiteY1" fmla="*/ 0 h 6190488"/>
              <a:gd name="connsiteX2" fmla="*/ 6253369 w 6253369"/>
              <a:gd name="connsiteY2" fmla="*/ 6190488 h 6190488"/>
              <a:gd name="connsiteX3" fmla="*/ 186643 w 6253369"/>
              <a:gd name="connsiteY3" fmla="*/ 6190488 h 6190488"/>
              <a:gd name="connsiteX4" fmla="*/ 0 w 6253369"/>
              <a:gd name="connsiteY4" fmla="*/ 6003845 h 6190488"/>
              <a:gd name="connsiteX5" fmla="*/ 0 w 6253369"/>
              <a:gd name="connsiteY5" fmla="*/ 186643 h 6190488"/>
              <a:gd name="connsiteX6" fmla="*/ 186643 w 6253369"/>
              <a:gd name="connsiteY6" fmla="*/ 0 h 6190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253369" h="6190488">
                <a:moveTo>
                  <a:pt x="186643" y="0"/>
                </a:moveTo>
                <a:lnTo>
                  <a:pt x="6253369" y="0"/>
                </a:lnTo>
                <a:lnTo>
                  <a:pt x="6253369" y="6190488"/>
                </a:lnTo>
                <a:lnTo>
                  <a:pt x="186643" y="6190488"/>
                </a:lnTo>
                <a:cubicBezTo>
                  <a:pt x="83563" y="6190488"/>
                  <a:pt x="0" y="6106925"/>
                  <a:pt x="0" y="6003845"/>
                </a:cubicBezTo>
                <a:lnTo>
                  <a:pt x="0" y="186643"/>
                </a:lnTo>
                <a:cubicBezTo>
                  <a:pt x="0" y="83563"/>
                  <a:pt x="83563" y="0"/>
                  <a:pt x="186643" y="0"/>
                </a:cubicBezTo>
                <a:close/>
              </a:path>
            </a:pathLst>
          </a:custGeom>
          <a:blipFill dpi="0" rotWithShape="1">
            <a:blip r:embed="rId2">
              <a:alphaModFix amt="70000"/>
              <a:extLst>
                <a:ext uri="{28A0092B-C50C-407E-A947-70E740481C1C}">
                  <a14:useLocalDpi xmlns:a14="http://schemas.microsoft.com/office/drawing/2010/main" val="0"/>
                </a:ext>
              </a:extLst>
            </a:blip>
            <a:srcRect/>
            <a:stretch>
              <a:fillRect/>
            </a:stretch>
          </a:blipFill>
        </p:spPr>
        <p:txBody>
          <a:bodyPr wrap="square">
            <a:noAutofit/>
          </a:bodyPr>
          <a:lstStyle/>
          <a:p>
            <a:r>
              <a:rPr lang="en-US"/>
              <a:t>Click icon to add picture</a:t>
            </a:r>
            <a:endParaRPr lang="en-US" dirty="0"/>
          </a:p>
        </p:txBody>
      </p:sp>
      <p:sp>
        <p:nvSpPr>
          <p:cNvPr id="9" name="Content Placeholder 7">
            <a:extLst>
              <a:ext uri="{FF2B5EF4-FFF2-40B4-BE49-F238E27FC236}">
                <a16:creationId xmlns:a16="http://schemas.microsoft.com/office/drawing/2014/main" id="{CFD057C1-E5F9-48C1-C100-98561B816AC5}"/>
              </a:ext>
            </a:extLst>
          </p:cNvPr>
          <p:cNvSpPr>
            <a:spLocks noGrp="1"/>
          </p:cNvSpPr>
          <p:nvPr>
            <p:ph sz="quarter" idx="14"/>
          </p:nvPr>
        </p:nvSpPr>
        <p:spPr>
          <a:xfrm>
            <a:off x="7053972" y="2438545"/>
            <a:ext cx="4366917" cy="35121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7253745" y="6529914"/>
            <a:ext cx="1622776" cy="328085"/>
          </a:xfrm>
          <a:prstGeom prst="rect">
            <a:avLst/>
          </a:prstGeom>
        </p:spPr>
        <p:txBody>
          <a:bodyPr/>
          <a:lstStyle>
            <a:lvl1pPr>
              <a:defRPr>
                <a:solidFill>
                  <a:schemeClr val="tx1"/>
                </a:solidFill>
                <a:effectLst/>
              </a:defRPr>
            </a:lvl1pPr>
          </a:lstStyle>
          <a:p>
            <a:fld id="{49B3D67F-5079-4349-A370-6203DAA40BB5}" type="datetime1">
              <a:rPr lang="en-US" smtClean="0"/>
              <a:t>6/9/2026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2" name="Rectangle: Rounded Corners 1">
            <a:extLst>
              <a:ext uri="{FF2B5EF4-FFF2-40B4-BE49-F238E27FC236}">
                <a16:creationId xmlns:a16="http://schemas.microsoft.com/office/drawing/2014/main" id="{EA9C6C39-F32F-7B92-4B04-DE603E8CAB22}"/>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81141927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59536" y="907302"/>
            <a:ext cx="4361688" cy="1386965"/>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59536" y="2438545"/>
            <a:ext cx="4366917" cy="35121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989A950D-4E95-617D-73A8-2088AA91A845}"/>
              </a:ext>
            </a:extLst>
          </p:cNvPr>
          <p:cNvSpPr>
            <a:spLocks noGrp="1"/>
          </p:cNvSpPr>
          <p:nvPr>
            <p:ph type="pic" sz="quarter" idx="13"/>
          </p:nvPr>
        </p:nvSpPr>
        <p:spPr>
          <a:xfrm>
            <a:off x="5749422" y="333756"/>
            <a:ext cx="6086539" cy="6190488"/>
          </a:xfrm>
          <a:custGeom>
            <a:avLst/>
            <a:gdLst>
              <a:gd name="connsiteX0" fmla="*/ 0 w 6086539"/>
              <a:gd name="connsiteY0" fmla="*/ 0 h 6181344"/>
              <a:gd name="connsiteX1" fmla="*/ 5900171 w 6086539"/>
              <a:gd name="connsiteY1" fmla="*/ 0 h 6181344"/>
              <a:gd name="connsiteX2" fmla="*/ 6086539 w 6086539"/>
              <a:gd name="connsiteY2" fmla="*/ 186368 h 6181344"/>
              <a:gd name="connsiteX3" fmla="*/ 6086539 w 6086539"/>
              <a:gd name="connsiteY3" fmla="*/ 5994976 h 6181344"/>
              <a:gd name="connsiteX4" fmla="*/ 5900171 w 6086539"/>
              <a:gd name="connsiteY4" fmla="*/ 6181344 h 6181344"/>
              <a:gd name="connsiteX5" fmla="*/ 0 w 6086539"/>
              <a:gd name="connsiteY5" fmla="*/ 6181344 h 6181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086539" h="6181344">
                <a:moveTo>
                  <a:pt x="0" y="0"/>
                </a:moveTo>
                <a:lnTo>
                  <a:pt x="5900171" y="0"/>
                </a:lnTo>
                <a:cubicBezTo>
                  <a:pt x="6003099" y="0"/>
                  <a:pt x="6086539" y="83440"/>
                  <a:pt x="6086539" y="186368"/>
                </a:cubicBezTo>
                <a:lnTo>
                  <a:pt x="6086539" y="5994976"/>
                </a:lnTo>
                <a:cubicBezTo>
                  <a:pt x="6086539" y="6097904"/>
                  <a:pt x="6003099" y="6181344"/>
                  <a:pt x="5900171" y="6181344"/>
                </a:cubicBezTo>
                <a:lnTo>
                  <a:pt x="0" y="6181344"/>
                </a:lnTo>
                <a:close/>
              </a:path>
            </a:pathLst>
          </a:custGeom>
          <a:blipFill>
            <a:blip r:embed="rId2">
              <a:alphaModFix amt="70000"/>
              <a:extLst>
                <a:ext uri="{28A0092B-C50C-407E-A947-70E740481C1C}">
                  <a14:useLocalDpi xmlns:a14="http://schemas.microsoft.com/office/drawing/2010/main" val="0"/>
                </a:ext>
              </a:extLst>
            </a:blip>
            <a:stretch>
              <a:fillRect/>
            </a:stretch>
          </a:blipFill>
        </p:spPr>
        <p:txBody>
          <a:bodyPr wrap="square">
            <a:noAutofit/>
          </a:bodyPr>
          <a:lstStyle/>
          <a:p>
            <a:r>
              <a:rPr lang="en-US"/>
              <a:t>Click icon to add picture</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37160" y="6529916"/>
            <a:ext cx="2031073" cy="328084"/>
          </a:xfrm>
          <a:prstGeom prst="rect">
            <a:avLst/>
          </a:prstGeom>
        </p:spPr>
        <p:txBody>
          <a:bodyPr/>
          <a:lstStyle/>
          <a:p>
            <a:fld id="{D5E635FD-01E5-4F9B-B7E3-4E8E4D553502}" type="datetime1">
              <a:rPr lang="en-US" smtClean="0"/>
              <a:t>6/9/2026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2168233" y="6529916"/>
            <a:ext cx="2805405" cy="328084"/>
          </a:xfrm>
          <a:prstGeom prst="rect">
            <a:avLst/>
          </a:prstGeom>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923874" y="6529916"/>
            <a:ext cx="429207" cy="328084"/>
          </a:xfrm>
          <a:prstGeom prst="rect">
            <a:avLst/>
          </a:prstGeo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4" name="Rectangle: Rounded Corners 3">
            <a:extLst>
              <a:ext uri="{FF2B5EF4-FFF2-40B4-BE49-F238E27FC236}">
                <a16:creationId xmlns:a16="http://schemas.microsoft.com/office/drawing/2014/main" id="{6C6B2973-B39B-795B-C998-BD99945AC583}"/>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72322310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D06E528-2C9F-FF0A-C704-D5311E88B5CA}"/>
              </a:ext>
            </a:extLst>
          </p:cNvPr>
          <p:cNvSpPr>
            <a:spLocks noGrp="1"/>
          </p:cNvSpPr>
          <p:nvPr>
            <p:ph type="title"/>
          </p:nvPr>
        </p:nvSpPr>
        <p:spPr>
          <a:xfrm>
            <a:off x="6882554" y="905256"/>
            <a:ext cx="4572000" cy="932688"/>
          </a:xfrm>
        </p:spPr>
        <p:txBody>
          <a:bodyPr anchor="b"/>
          <a:lstStyle>
            <a:lvl1pPr>
              <a:defRPr sz="3200"/>
            </a:lvl1p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98AE6960-1685-F3C4-C297-F7D9C123BDA2}"/>
              </a:ext>
            </a:extLst>
          </p:cNvPr>
          <p:cNvSpPr>
            <a:spLocks noGrp="1"/>
          </p:cNvSpPr>
          <p:nvPr>
            <p:ph type="pic" sz="quarter" idx="13"/>
          </p:nvPr>
        </p:nvSpPr>
        <p:spPr>
          <a:xfrm>
            <a:off x="358956" y="338328"/>
            <a:ext cx="6129344" cy="6181344"/>
          </a:xfrm>
          <a:custGeom>
            <a:avLst/>
            <a:gdLst>
              <a:gd name="connsiteX0" fmla="*/ 186368 w 6129344"/>
              <a:gd name="connsiteY0" fmla="*/ 0 h 6181344"/>
              <a:gd name="connsiteX1" fmla="*/ 6129344 w 6129344"/>
              <a:gd name="connsiteY1" fmla="*/ 0 h 6181344"/>
              <a:gd name="connsiteX2" fmla="*/ 6129344 w 6129344"/>
              <a:gd name="connsiteY2" fmla="*/ 6181344 h 6181344"/>
              <a:gd name="connsiteX3" fmla="*/ 186368 w 6129344"/>
              <a:gd name="connsiteY3" fmla="*/ 6181344 h 6181344"/>
              <a:gd name="connsiteX4" fmla="*/ 0 w 6129344"/>
              <a:gd name="connsiteY4" fmla="*/ 5994976 h 6181344"/>
              <a:gd name="connsiteX5" fmla="*/ 0 w 6129344"/>
              <a:gd name="connsiteY5" fmla="*/ 186368 h 6181344"/>
              <a:gd name="connsiteX6" fmla="*/ 186368 w 6129344"/>
              <a:gd name="connsiteY6" fmla="*/ 0 h 6181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129344" h="6181344">
                <a:moveTo>
                  <a:pt x="186368" y="0"/>
                </a:moveTo>
                <a:lnTo>
                  <a:pt x="6129344" y="0"/>
                </a:lnTo>
                <a:lnTo>
                  <a:pt x="6129344" y="6181344"/>
                </a:lnTo>
                <a:lnTo>
                  <a:pt x="186368" y="6181344"/>
                </a:lnTo>
                <a:cubicBezTo>
                  <a:pt x="83440" y="6181344"/>
                  <a:pt x="0" y="6097904"/>
                  <a:pt x="0" y="5994976"/>
                </a:cubicBezTo>
                <a:lnTo>
                  <a:pt x="0" y="186368"/>
                </a:lnTo>
                <a:cubicBezTo>
                  <a:pt x="0" y="83440"/>
                  <a:pt x="83440" y="0"/>
                  <a:pt x="186368" y="0"/>
                </a:cubicBezTo>
                <a:close/>
              </a:path>
            </a:pathLst>
          </a:custGeom>
          <a:blipFill>
            <a:blip r:embed="rId2">
              <a:alphaModFix amt="70000"/>
              <a:extLst>
                <a:ext uri="{28A0092B-C50C-407E-A947-70E740481C1C}">
                  <a14:useLocalDpi xmlns:a14="http://schemas.microsoft.com/office/drawing/2010/main" val="0"/>
                </a:ext>
              </a:extLst>
            </a:blip>
            <a:stretch>
              <a:fillRect/>
            </a:stretch>
          </a:blipFill>
        </p:spPr>
        <p:txBody>
          <a:bodyPr wrap="square">
            <a:noAutofit/>
          </a:bodyPr>
          <a:lstStyle/>
          <a:p>
            <a:r>
              <a:rPr lang="en-US"/>
              <a:t>Click icon to add picture</a:t>
            </a:r>
            <a:endParaRPr lang="en-US" dirty="0"/>
          </a:p>
        </p:txBody>
      </p:sp>
      <p:sp>
        <p:nvSpPr>
          <p:cNvPr id="10" name="Content Placeholder 7">
            <a:extLst>
              <a:ext uri="{FF2B5EF4-FFF2-40B4-BE49-F238E27FC236}">
                <a16:creationId xmlns:a16="http://schemas.microsoft.com/office/drawing/2014/main" id="{F131C32E-547E-EA2F-5C03-0FE106459545}"/>
              </a:ext>
            </a:extLst>
          </p:cNvPr>
          <p:cNvSpPr>
            <a:spLocks noGrp="1"/>
          </p:cNvSpPr>
          <p:nvPr>
            <p:ph sz="quarter" idx="14"/>
          </p:nvPr>
        </p:nvSpPr>
        <p:spPr>
          <a:xfrm>
            <a:off x="6882554" y="1982048"/>
            <a:ext cx="4572000" cy="39686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7104491" y="6529916"/>
            <a:ext cx="1772029" cy="328084"/>
          </a:xfrm>
          <a:prstGeom prst="rect">
            <a:avLst/>
          </a:prstGeom>
        </p:spPr>
        <p:txBody>
          <a:bodyPr/>
          <a:lstStyle>
            <a:lvl1pPr>
              <a:defRPr>
                <a:solidFill>
                  <a:schemeClr val="tx1"/>
                </a:solidFill>
                <a:effectLst/>
              </a:defRPr>
            </a:lvl1pPr>
          </a:lstStyle>
          <a:p>
            <a:fld id="{9DA120D7-D319-4C08-8AC1-3F29C25825B5}" type="datetime1">
              <a:rPr lang="en-US" smtClean="0"/>
              <a:t>6/9/2026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3" name="Rectangle: Rounded Corners 2">
            <a:extLst>
              <a:ext uri="{FF2B5EF4-FFF2-40B4-BE49-F238E27FC236}">
                <a16:creationId xmlns:a16="http://schemas.microsoft.com/office/drawing/2014/main" id="{3BBCC467-E248-3764-B263-C14CD99457D8}"/>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1623203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59536" y="905256"/>
            <a:ext cx="4572000" cy="932688"/>
          </a:xfrm>
        </p:spPr>
        <p:txBody>
          <a:bodyPr anchor="b"/>
          <a:lstStyle>
            <a:lvl1pPr>
              <a:defRPr sz="32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59536" y="1982048"/>
            <a:ext cx="4572000" cy="39686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Picture Placeholder 8">
            <a:extLst>
              <a:ext uri="{FF2B5EF4-FFF2-40B4-BE49-F238E27FC236}">
                <a16:creationId xmlns:a16="http://schemas.microsoft.com/office/drawing/2014/main" id="{4E3331A2-CF3B-E998-CF70-4A75C30A9245}"/>
              </a:ext>
            </a:extLst>
          </p:cNvPr>
          <p:cNvSpPr>
            <a:spLocks noGrp="1"/>
          </p:cNvSpPr>
          <p:nvPr>
            <p:ph type="pic" sz="quarter" idx="13"/>
          </p:nvPr>
        </p:nvSpPr>
        <p:spPr>
          <a:xfrm>
            <a:off x="5917720" y="333756"/>
            <a:ext cx="5916140" cy="6190488"/>
          </a:xfrm>
          <a:custGeom>
            <a:avLst/>
            <a:gdLst>
              <a:gd name="connsiteX0" fmla="*/ 0 w 5916140"/>
              <a:gd name="connsiteY0" fmla="*/ 0 h 6190488"/>
              <a:gd name="connsiteX1" fmla="*/ 5729497 w 5916140"/>
              <a:gd name="connsiteY1" fmla="*/ 0 h 6190488"/>
              <a:gd name="connsiteX2" fmla="*/ 5916140 w 5916140"/>
              <a:gd name="connsiteY2" fmla="*/ 186643 h 6190488"/>
              <a:gd name="connsiteX3" fmla="*/ 5916140 w 5916140"/>
              <a:gd name="connsiteY3" fmla="*/ 6003845 h 6190488"/>
              <a:gd name="connsiteX4" fmla="*/ 5729497 w 5916140"/>
              <a:gd name="connsiteY4" fmla="*/ 6190488 h 6190488"/>
              <a:gd name="connsiteX5" fmla="*/ 0 w 5916140"/>
              <a:gd name="connsiteY5" fmla="*/ 6190488 h 6190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16140" h="6190488">
                <a:moveTo>
                  <a:pt x="0" y="0"/>
                </a:moveTo>
                <a:lnTo>
                  <a:pt x="5729497" y="0"/>
                </a:lnTo>
                <a:cubicBezTo>
                  <a:pt x="5832577" y="0"/>
                  <a:pt x="5916140" y="83563"/>
                  <a:pt x="5916140" y="186643"/>
                </a:cubicBezTo>
                <a:lnTo>
                  <a:pt x="5916140" y="6003845"/>
                </a:lnTo>
                <a:cubicBezTo>
                  <a:pt x="5916140" y="6106925"/>
                  <a:pt x="5832577" y="6190488"/>
                  <a:pt x="5729497" y="6190488"/>
                </a:cubicBezTo>
                <a:lnTo>
                  <a:pt x="0" y="6190488"/>
                </a:lnTo>
                <a:close/>
              </a:path>
            </a:pathLst>
          </a:custGeom>
          <a:blipFill>
            <a:blip r:embed="rId2">
              <a:alphaModFix amt="70000"/>
              <a:extLst>
                <a:ext uri="{28A0092B-C50C-407E-A947-70E740481C1C}">
                  <a14:useLocalDpi xmlns:a14="http://schemas.microsoft.com/office/drawing/2010/main" val="0"/>
                </a:ext>
              </a:extLst>
            </a:blip>
            <a:stretch>
              <a:fillRect/>
            </a:stretch>
          </a:blipFill>
        </p:spPr>
        <p:txBody>
          <a:bodyPr wrap="square">
            <a:noAutofit/>
          </a:bodyPr>
          <a:lstStyle/>
          <a:p>
            <a:r>
              <a:rPr lang="en-US"/>
              <a:t>Click icon to add picture</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47133" y="6529916"/>
            <a:ext cx="2031073" cy="328084"/>
          </a:xfrm>
          <a:prstGeom prst="rect">
            <a:avLst/>
          </a:prstGeom>
        </p:spPr>
        <p:txBody>
          <a:bodyPr/>
          <a:lstStyle/>
          <a:p>
            <a:fld id="{EBEC7127-1401-4DC9-A2BE-769D7BC81B47}" type="datetime1">
              <a:rPr lang="en-US" smtClean="0"/>
              <a:t>6/9/2026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2168233" y="6529916"/>
            <a:ext cx="2805405" cy="328084"/>
          </a:xfrm>
          <a:prstGeom prst="rect">
            <a:avLst/>
          </a:prstGeom>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923874" y="6529916"/>
            <a:ext cx="429207" cy="328084"/>
          </a:xfrm>
          <a:prstGeom prst="rect">
            <a:avLst/>
          </a:prstGeo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4" name="Rectangle: Rounded Corners 3">
            <a:extLst>
              <a:ext uri="{FF2B5EF4-FFF2-40B4-BE49-F238E27FC236}">
                <a16:creationId xmlns:a16="http://schemas.microsoft.com/office/drawing/2014/main" id="{441A81A3-09AD-4886-CA58-1C5308FB34ED}"/>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51394284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03044" y="907299"/>
            <a:ext cx="3222923" cy="1203162"/>
          </a:xfrm>
        </p:spPr>
        <p:txBody>
          <a:bodyPr anchor="b">
            <a:normAutofit/>
          </a:bodyPr>
          <a:lstStyle>
            <a:lvl1pPr>
              <a:defRPr sz="3200"/>
            </a:lvl1pPr>
          </a:lstStyle>
          <a:p>
            <a:r>
              <a:rPr lang="en-US"/>
              <a:t>Click to edit Master title style</a:t>
            </a:r>
            <a:endParaRPr lang="en-US" dirty="0"/>
          </a:p>
        </p:txBody>
      </p:sp>
      <p:sp>
        <p:nvSpPr>
          <p:cNvPr id="6" name="Picture Placeholder 5">
            <a:extLst>
              <a:ext uri="{FF2B5EF4-FFF2-40B4-BE49-F238E27FC236}">
                <a16:creationId xmlns:a16="http://schemas.microsoft.com/office/drawing/2014/main" id="{E26FC952-7E45-FC54-E540-F375172C0E20}"/>
              </a:ext>
            </a:extLst>
          </p:cNvPr>
          <p:cNvSpPr>
            <a:spLocks noGrp="1"/>
          </p:cNvSpPr>
          <p:nvPr>
            <p:ph type="pic" sz="quarter" idx="13"/>
          </p:nvPr>
        </p:nvSpPr>
        <p:spPr>
          <a:xfrm>
            <a:off x="358140" y="333756"/>
            <a:ext cx="7226004" cy="6190488"/>
          </a:xfrm>
          <a:custGeom>
            <a:avLst/>
            <a:gdLst>
              <a:gd name="connsiteX0" fmla="*/ 186643 w 7226004"/>
              <a:gd name="connsiteY0" fmla="*/ 0 h 6190488"/>
              <a:gd name="connsiteX1" fmla="*/ 7226004 w 7226004"/>
              <a:gd name="connsiteY1" fmla="*/ 0 h 6190488"/>
              <a:gd name="connsiteX2" fmla="*/ 7226004 w 7226004"/>
              <a:gd name="connsiteY2" fmla="*/ 6190488 h 6190488"/>
              <a:gd name="connsiteX3" fmla="*/ 186643 w 7226004"/>
              <a:gd name="connsiteY3" fmla="*/ 6190488 h 6190488"/>
              <a:gd name="connsiteX4" fmla="*/ 0 w 7226004"/>
              <a:gd name="connsiteY4" fmla="*/ 6003845 h 6190488"/>
              <a:gd name="connsiteX5" fmla="*/ 0 w 7226004"/>
              <a:gd name="connsiteY5" fmla="*/ 186643 h 6190488"/>
              <a:gd name="connsiteX6" fmla="*/ 186643 w 7226004"/>
              <a:gd name="connsiteY6" fmla="*/ 0 h 6190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226004" h="6190488">
                <a:moveTo>
                  <a:pt x="186643" y="0"/>
                </a:moveTo>
                <a:lnTo>
                  <a:pt x="7226004" y="0"/>
                </a:lnTo>
                <a:lnTo>
                  <a:pt x="7226004" y="6190488"/>
                </a:lnTo>
                <a:lnTo>
                  <a:pt x="186643" y="6190488"/>
                </a:lnTo>
                <a:cubicBezTo>
                  <a:pt x="83563" y="6190488"/>
                  <a:pt x="0" y="6106925"/>
                  <a:pt x="0" y="6003845"/>
                </a:cubicBezTo>
                <a:lnTo>
                  <a:pt x="0" y="186643"/>
                </a:lnTo>
                <a:cubicBezTo>
                  <a:pt x="0" y="83563"/>
                  <a:pt x="83563" y="0"/>
                  <a:pt x="186643" y="0"/>
                </a:cubicBezTo>
                <a:close/>
              </a:path>
            </a:pathLst>
          </a:custGeom>
          <a:blipFill>
            <a:blip r:embed="rId2">
              <a:alphaModFix amt="70000"/>
              <a:extLst>
                <a:ext uri="{28A0092B-C50C-407E-A947-70E740481C1C}">
                  <a14:useLocalDpi xmlns:a14="http://schemas.microsoft.com/office/drawing/2010/main" val="0"/>
                </a:ext>
              </a:extLst>
            </a:blip>
            <a:stretch>
              <a:fillRect/>
            </a:stretch>
          </a:blipFill>
        </p:spPr>
        <p:txBody>
          <a:bodyPr wrap="square">
            <a:noAutofit/>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103044" y="2240265"/>
            <a:ext cx="3222923" cy="37104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8103044" y="6529915"/>
            <a:ext cx="922372" cy="328084"/>
          </a:xfrm>
          <a:prstGeom prst="rect">
            <a:avLst/>
          </a:prstGeom>
        </p:spPr>
        <p:txBody>
          <a:bodyPr/>
          <a:lstStyle/>
          <a:p>
            <a:fld id="{16B7840A-2968-4A25-82F8-DF7BABF97BC1}" type="datetime1">
              <a:rPr lang="en-US" smtClean="0"/>
              <a:t>6/9/2026</a:t>
            </a:fld>
            <a:endParaRPr lang="en-US" dirty="0"/>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9025417" y="6529915"/>
            <a:ext cx="2390244" cy="328084"/>
          </a:xfrm>
          <a:prstGeom prst="rect">
            <a:avLst/>
          </a:prstGeom>
        </p:spPr>
        <p:txBody>
          <a:bodyPr/>
          <a:lstStyle/>
          <a:p>
            <a:r>
              <a:rPr lang="en-US" dirty="0"/>
              <a:t>Sample Footer Text</a:t>
            </a:r>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5" name="Rectangle: Rounded Corners 4">
            <a:extLst>
              <a:ext uri="{FF2B5EF4-FFF2-40B4-BE49-F238E27FC236}">
                <a16:creationId xmlns:a16="http://schemas.microsoft.com/office/drawing/2014/main" id="{DCB9005A-8E92-C720-BABE-52545C043BA6}"/>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9634720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59536" y="907299"/>
            <a:ext cx="3351329" cy="1203161"/>
          </a:xfrm>
        </p:spPr>
        <p:txBody>
          <a:bodyPr anchor="b">
            <a:normAutofit/>
          </a:bodyPr>
          <a:lstStyle>
            <a:lvl1pPr>
              <a:defRPr sz="32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59536" y="2244789"/>
            <a:ext cx="3351329" cy="37059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Picture Placeholder 8">
            <a:extLst>
              <a:ext uri="{FF2B5EF4-FFF2-40B4-BE49-F238E27FC236}">
                <a16:creationId xmlns:a16="http://schemas.microsoft.com/office/drawing/2014/main" id="{93031C5B-201F-65FC-977A-E04E980A8D1F}"/>
              </a:ext>
            </a:extLst>
          </p:cNvPr>
          <p:cNvSpPr>
            <a:spLocks noGrp="1"/>
          </p:cNvSpPr>
          <p:nvPr>
            <p:ph type="pic" sz="quarter" idx="13"/>
          </p:nvPr>
        </p:nvSpPr>
        <p:spPr>
          <a:xfrm>
            <a:off x="4761780" y="333756"/>
            <a:ext cx="7072080" cy="6190488"/>
          </a:xfrm>
          <a:custGeom>
            <a:avLst/>
            <a:gdLst>
              <a:gd name="connsiteX0" fmla="*/ 0 w 7072080"/>
              <a:gd name="connsiteY0" fmla="*/ 0 h 6190488"/>
              <a:gd name="connsiteX1" fmla="*/ 6885437 w 7072080"/>
              <a:gd name="connsiteY1" fmla="*/ 0 h 6190488"/>
              <a:gd name="connsiteX2" fmla="*/ 7072080 w 7072080"/>
              <a:gd name="connsiteY2" fmla="*/ 186643 h 6190488"/>
              <a:gd name="connsiteX3" fmla="*/ 7072080 w 7072080"/>
              <a:gd name="connsiteY3" fmla="*/ 6003845 h 6190488"/>
              <a:gd name="connsiteX4" fmla="*/ 6885437 w 7072080"/>
              <a:gd name="connsiteY4" fmla="*/ 6190488 h 6190488"/>
              <a:gd name="connsiteX5" fmla="*/ 0 w 7072080"/>
              <a:gd name="connsiteY5" fmla="*/ 6190488 h 6190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072080" h="6190488">
                <a:moveTo>
                  <a:pt x="0" y="0"/>
                </a:moveTo>
                <a:lnTo>
                  <a:pt x="6885437" y="0"/>
                </a:lnTo>
                <a:cubicBezTo>
                  <a:pt x="6988517" y="0"/>
                  <a:pt x="7072080" y="83563"/>
                  <a:pt x="7072080" y="186643"/>
                </a:cubicBezTo>
                <a:lnTo>
                  <a:pt x="7072080" y="6003845"/>
                </a:lnTo>
                <a:cubicBezTo>
                  <a:pt x="7072080" y="6106925"/>
                  <a:pt x="6988517" y="6190488"/>
                  <a:pt x="6885437" y="6190488"/>
                </a:cubicBezTo>
                <a:lnTo>
                  <a:pt x="0" y="6190488"/>
                </a:lnTo>
                <a:close/>
              </a:path>
            </a:pathLst>
          </a:custGeom>
          <a:blipFill>
            <a:blip r:embed="rId2">
              <a:alphaModFix amt="70000"/>
              <a:extLst>
                <a:ext uri="{28A0092B-C50C-407E-A947-70E740481C1C}">
                  <a14:useLocalDpi xmlns:a14="http://schemas.microsoft.com/office/drawing/2010/main" val="0"/>
                </a:ext>
              </a:extLst>
            </a:blip>
            <a:stretch>
              <a:fillRect/>
            </a:stretch>
          </a:blipFill>
        </p:spPr>
        <p:txBody>
          <a:bodyPr wrap="square">
            <a:noAutofit/>
          </a:bodyPr>
          <a:lstStyle/>
          <a:p>
            <a:r>
              <a:rPr lang="en-US"/>
              <a:t>Click icon to add picture</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47133" y="6529916"/>
            <a:ext cx="1067625" cy="328084"/>
          </a:xfrm>
          <a:prstGeom prst="rect">
            <a:avLst/>
          </a:prstGeom>
        </p:spPr>
        <p:txBody>
          <a:bodyPr/>
          <a:lstStyle/>
          <a:p>
            <a:fld id="{E2ABEC49-741E-472F-866C-AE933A56DB01}" type="datetime1">
              <a:rPr lang="en-US" smtClean="0"/>
              <a:t>6/9/2026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204785" y="6529916"/>
            <a:ext cx="2805405" cy="328084"/>
          </a:xfrm>
          <a:prstGeom prst="rect">
            <a:avLst/>
          </a:prstGeom>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960426" y="6529916"/>
            <a:ext cx="429207" cy="328084"/>
          </a:xfrm>
          <a:prstGeom prst="rect">
            <a:avLst/>
          </a:prstGeo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4" name="Rectangle: Rounded Corners 3">
            <a:extLst>
              <a:ext uri="{FF2B5EF4-FFF2-40B4-BE49-F238E27FC236}">
                <a16:creationId xmlns:a16="http://schemas.microsoft.com/office/drawing/2014/main" id="{75A9B769-FEAE-2962-E26F-2A44DC7B32AC}"/>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9362389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00265" y="907300"/>
            <a:ext cx="3025702" cy="2114466"/>
          </a:xfrm>
        </p:spPr>
        <p:txBody>
          <a:bodyPr anchor="b"/>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D58BC462-E794-03C0-9112-F7F3BCEED143}"/>
              </a:ext>
            </a:extLst>
          </p:cNvPr>
          <p:cNvSpPr>
            <a:spLocks noGrp="1"/>
          </p:cNvSpPr>
          <p:nvPr>
            <p:ph type="pic" sz="quarter" idx="13"/>
          </p:nvPr>
        </p:nvSpPr>
        <p:spPr>
          <a:xfrm>
            <a:off x="358140" y="333756"/>
            <a:ext cx="7423225" cy="6190488"/>
          </a:xfrm>
          <a:custGeom>
            <a:avLst/>
            <a:gdLst>
              <a:gd name="connsiteX0" fmla="*/ 186643 w 7423225"/>
              <a:gd name="connsiteY0" fmla="*/ 0 h 6190488"/>
              <a:gd name="connsiteX1" fmla="*/ 7423225 w 7423225"/>
              <a:gd name="connsiteY1" fmla="*/ 0 h 6190488"/>
              <a:gd name="connsiteX2" fmla="*/ 7423225 w 7423225"/>
              <a:gd name="connsiteY2" fmla="*/ 6190488 h 6190488"/>
              <a:gd name="connsiteX3" fmla="*/ 186643 w 7423225"/>
              <a:gd name="connsiteY3" fmla="*/ 6190488 h 6190488"/>
              <a:gd name="connsiteX4" fmla="*/ 0 w 7423225"/>
              <a:gd name="connsiteY4" fmla="*/ 6003845 h 6190488"/>
              <a:gd name="connsiteX5" fmla="*/ 0 w 7423225"/>
              <a:gd name="connsiteY5" fmla="*/ 186643 h 6190488"/>
              <a:gd name="connsiteX6" fmla="*/ 186643 w 7423225"/>
              <a:gd name="connsiteY6" fmla="*/ 0 h 6190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423225" h="6190488">
                <a:moveTo>
                  <a:pt x="186643" y="0"/>
                </a:moveTo>
                <a:lnTo>
                  <a:pt x="7423225" y="0"/>
                </a:lnTo>
                <a:lnTo>
                  <a:pt x="7423225" y="6190488"/>
                </a:lnTo>
                <a:lnTo>
                  <a:pt x="186643" y="6190488"/>
                </a:lnTo>
                <a:cubicBezTo>
                  <a:pt x="83563" y="6190488"/>
                  <a:pt x="0" y="6106925"/>
                  <a:pt x="0" y="6003845"/>
                </a:cubicBezTo>
                <a:lnTo>
                  <a:pt x="0" y="186643"/>
                </a:lnTo>
                <a:cubicBezTo>
                  <a:pt x="0" y="83563"/>
                  <a:pt x="83563" y="0"/>
                  <a:pt x="186643" y="0"/>
                </a:cubicBezTo>
                <a:close/>
              </a:path>
            </a:pathLst>
          </a:custGeom>
          <a:blipFill>
            <a:blip r:embed="rId2">
              <a:alphaModFix amt="70000"/>
              <a:extLst>
                <a:ext uri="{28A0092B-C50C-407E-A947-70E740481C1C}">
                  <a14:useLocalDpi xmlns:a14="http://schemas.microsoft.com/office/drawing/2010/main" val="0"/>
                </a:ext>
              </a:extLst>
            </a:blip>
            <a:stretch>
              <a:fillRect/>
            </a:stretch>
          </a:blipFill>
        </p:spPr>
        <p:txBody>
          <a:bodyPr wrap="square">
            <a:noAutofit/>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00265" y="3156095"/>
            <a:ext cx="3025702" cy="2794596"/>
          </a:xfrm>
        </p:spPr>
        <p:txBody>
          <a:bodyPr>
            <a:normAutofit/>
          </a:bodyPr>
          <a:lstStyle>
            <a:lvl1pPr marL="0" indent="0">
              <a:buNone/>
              <a:defRPr sz="1600"/>
            </a:lvl1pPr>
            <a:lvl2pPr marL="228600" indent="0">
              <a:buNone/>
              <a:defRPr sz="1400"/>
            </a:lvl2pPr>
            <a:lvl3pPr marL="457200" indent="0">
              <a:buNone/>
              <a:defRPr sz="1200"/>
            </a:lvl3pPr>
            <a:lvl4pPr marL="685800" indent="0">
              <a:buNone/>
              <a:defRPr sz="1100"/>
            </a:lvl4pPr>
            <a:lvl5pPr marL="914400" inden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343102" y="6529915"/>
            <a:ext cx="1003659" cy="328084"/>
          </a:xfrm>
          <a:prstGeom prst="rect">
            <a:avLst/>
          </a:prstGeom>
        </p:spPr>
        <p:txBody>
          <a:bodyPr/>
          <a:lstStyle>
            <a:lvl1pPr>
              <a:defRPr>
                <a:solidFill>
                  <a:schemeClr val="tx1"/>
                </a:solidFill>
                <a:effectLst/>
              </a:defRPr>
            </a:lvl1pPr>
          </a:lstStyle>
          <a:p>
            <a:fld id="{CB6BE5AC-BF33-4FE2-ADBE-F1A4AA52AA84}" type="datetime1">
              <a:rPr lang="en-US" smtClean="0"/>
              <a:t>6/9/2026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9346761" y="6529915"/>
            <a:ext cx="2068899" cy="328084"/>
          </a:xfrm>
          <a:prstGeom prst="rect">
            <a:avLst/>
          </a:prstGeo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4" name="Rectangle: Rounded Corners 3">
            <a:extLst>
              <a:ext uri="{FF2B5EF4-FFF2-40B4-BE49-F238E27FC236}">
                <a16:creationId xmlns:a16="http://schemas.microsoft.com/office/drawing/2014/main" id="{B3CB8547-3131-E62F-78BD-1E2AB8979C91}"/>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27864483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5012268"/>
            <a:ext cx="3739896" cy="1390330"/>
          </a:xfrm>
        </p:spPr>
        <p:txBody>
          <a:bodyPr anchor="t">
            <a:normAutofit/>
          </a:bodyPr>
          <a:lstStyle>
            <a:lvl1pPr>
              <a:defRPr sz="3200"/>
            </a:lvl1p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4635132"/>
          </a:xfrm>
          <a:blipFill>
            <a:blip r:embed="rId2">
              <a:alphaModFix amt="70000"/>
              <a:extLst>
                <a:ext uri="{28A0092B-C50C-407E-A947-70E740481C1C}">
                  <a14:useLocalDpi xmlns:a14="http://schemas.microsoft.com/office/drawing/2010/main" val="0"/>
                </a:ext>
              </a:extLst>
            </a:blip>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349240" y="5012267"/>
            <a:ext cx="6400800" cy="1390330"/>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47132" y="6529916"/>
            <a:ext cx="3284341" cy="328084"/>
          </a:xfrm>
          <a:prstGeom prst="rect">
            <a:avLst/>
          </a:prstGeom>
        </p:spPr>
        <p:txBody>
          <a:bodyPr/>
          <a:lstStyle/>
          <a:p>
            <a:fld id="{851A88DF-44ED-436B-99D1-0B8CC5A92D9A}" type="datetime1">
              <a:rPr lang="en-US" smtClean="0"/>
              <a:t>6/9/2026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5064656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4162318"/>
            <a:ext cx="2953618" cy="1892808"/>
          </a:xfrm>
        </p:spPr>
        <p:txBody>
          <a:bodyPr anchor="t">
            <a:normAutofit/>
          </a:bodyPr>
          <a:lstStyle>
            <a:lvl1pPr>
              <a:defRPr sz="3200"/>
            </a:lvl1p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3778270"/>
          </a:xfrm>
          <a:blipFill>
            <a:blip r:embed="rId2">
              <a:alphaModFix amt="70000"/>
              <a:extLst>
                <a:ext uri="{28A0092B-C50C-407E-A947-70E740481C1C}">
                  <a14:useLocalDpi xmlns:a14="http://schemas.microsoft.com/office/drawing/2010/main" val="0"/>
                </a:ext>
              </a:extLst>
            </a:blip>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4162318"/>
            <a:ext cx="7772400" cy="2240280"/>
          </a:xfrm>
        </p:spPr>
        <p:txBody>
          <a:bodyPr>
            <a:no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200"/>
            </a:lvl4pPr>
            <a:lvl5pPr marL="1085850" indent="-171450">
              <a:buFont typeface="Arial" panose="020B0604020202020204" pitchFamily="34" charset="0"/>
              <a:buChar cha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47132" y="6529916"/>
            <a:ext cx="3284341" cy="328084"/>
          </a:xfrm>
          <a:prstGeom prst="rect">
            <a:avLst/>
          </a:prstGeom>
        </p:spPr>
        <p:txBody>
          <a:bodyPr/>
          <a:lstStyle/>
          <a:p>
            <a:fld id="{BEC9FA1C-AA60-4CCE-B788-3849E413B634}" type="datetime1">
              <a:rPr lang="en-US" smtClean="0"/>
              <a:t>6/9/2026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41749755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561425"/>
            <a:ext cx="2953618" cy="1892808"/>
          </a:xfrm>
        </p:spPr>
        <p:txBody>
          <a:bodyPr anchor="t">
            <a:normAutofit/>
          </a:bodyPr>
          <a:lstStyle>
            <a:lvl1pPr>
              <a:defRPr sz="3200"/>
            </a:lvl1pPr>
          </a:lstStyle>
          <a:p>
            <a:r>
              <a:rPr lang="en-US"/>
              <a:t>Click to edit Master title style</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37160" y="59778"/>
            <a:ext cx="3494314" cy="365125"/>
          </a:xfrm>
          <a:prstGeom prst="rect">
            <a:avLst/>
          </a:prstGeom>
        </p:spPr>
        <p:txBody>
          <a:bodyPr/>
          <a:lstStyle/>
          <a:p>
            <a:fld id="{401AF4C7-240F-4AB8-A2FA-D99DF3F7CE1C}" type="datetime1">
              <a:rPr lang="en-US" smtClean="0"/>
              <a:t>6/9/2026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76521" y="59778"/>
            <a:ext cx="2805405" cy="365125"/>
          </a:xfrm>
          <a:prstGeom prst="rect">
            <a:avLst/>
          </a:prstGeo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632162" y="59778"/>
            <a:ext cx="429207" cy="365125"/>
          </a:xfrm>
          <a:prstGeom prst="rect">
            <a:avLst/>
          </a:prstGeom>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561425"/>
            <a:ext cx="7772400" cy="2240280"/>
          </a:xfrm>
        </p:spPr>
        <p:txBody>
          <a:bodyPr>
            <a:no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200"/>
            </a:lvl4pPr>
            <a:lvl5pPr marL="1085850" indent="-171450">
              <a:buFont typeface="Arial" panose="020B0604020202020204" pitchFamily="34" charset="0"/>
              <a:buChar cha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3079730"/>
            <a:ext cx="12192000" cy="3778270"/>
          </a:xfrm>
          <a:blipFill>
            <a:blip r:embed="rId2">
              <a:alphaModFix amt="70000"/>
              <a:extLst>
                <a:ext uri="{28A0092B-C50C-407E-A947-70E740481C1C}">
                  <a14:useLocalDpi xmlns:a14="http://schemas.microsoft.com/office/drawing/2010/main" val="0"/>
                </a:ext>
              </a:extLst>
            </a:blip>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252566481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5">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B707AF85-94F0-A688-031E-5C9B12E7DA2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12646" y="1810322"/>
            <a:ext cx="4547183" cy="4444173"/>
          </a:xfrm>
          <a:prstGeom prst="rect">
            <a:avLst/>
          </a:prstGeom>
        </p:spPr>
      </p:pic>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603504"/>
            <a:ext cx="10972802" cy="970463"/>
          </a:xfrm>
        </p:spPr>
        <p:txBody>
          <a:bodyPr anchor="ctr"/>
          <a:lstStyle/>
          <a:p>
            <a:r>
              <a:rPr lang="en-US"/>
              <a:t>Click to edit Master title style</a:t>
            </a:r>
          </a:p>
        </p:txBody>
      </p:sp>
      <p:sp>
        <p:nvSpPr>
          <p:cNvPr id="11" name="Picture Placeholder 10">
            <a:extLst>
              <a:ext uri="{FF2B5EF4-FFF2-40B4-BE49-F238E27FC236}">
                <a16:creationId xmlns:a16="http://schemas.microsoft.com/office/drawing/2014/main" id="{0FEB7308-4C28-B462-9DD9-8D821D48BBBA}"/>
              </a:ext>
            </a:extLst>
          </p:cNvPr>
          <p:cNvSpPr>
            <a:spLocks noGrp="1"/>
          </p:cNvSpPr>
          <p:nvPr>
            <p:ph type="pic" sz="quarter" idx="16"/>
          </p:nvPr>
        </p:nvSpPr>
        <p:spPr>
          <a:xfrm>
            <a:off x="898331" y="2044501"/>
            <a:ext cx="3975817" cy="3975817"/>
          </a:xfrm>
          <a:custGeom>
            <a:avLst/>
            <a:gdLst>
              <a:gd name="connsiteX0" fmla="*/ 1987909 w 3975817"/>
              <a:gd name="connsiteY0" fmla="*/ 0 h 3975817"/>
              <a:gd name="connsiteX1" fmla="*/ 3975817 w 3975817"/>
              <a:gd name="connsiteY1" fmla="*/ 1987909 h 3975817"/>
              <a:gd name="connsiteX2" fmla="*/ 1987909 w 3975817"/>
              <a:gd name="connsiteY2" fmla="*/ 3975817 h 3975817"/>
              <a:gd name="connsiteX3" fmla="*/ 0 w 3975817"/>
              <a:gd name="connsiteY3" fmla="*/ 1987909 h 3975817"/>
              <a:gd name="connsiteX4" fmla="*/ 1987909 w 3975817"/>
              <a:gd name="connsiteY4" fmla="*/ 0 h 39758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5817" h="3975817">
                <a:moveTo>
                  <a:pt x="1987909" y="0"/>
                </a:moveTo>
                <a:cubicBezTo>
                  <a:pt x="3085800" y="0"/>
                  <a:pt x="3975817" y="890017"/>
                  <a:pt x="3975817" y="1987909"/>
                </a:cubicBezTo>
                <a:cubicBezTo>
                  <a:pt x="3975817" y="3085800"/>
                  <a:pt x="3085800" y="3975817"/>
                  <a:pt x="1987909" y="3975817"/>
                </a:cubicBezTo>
                <a:cubicBezTo>
                  <a:pt x="890017" y="3975817"/>
                  <a:pt x="0" y="3085800"/>
                  <a:pt x="0" y="1987909"/>
                </a:cubicBezTo>
                <a:cubicBezTo>
                  <a:pt x="0" y="890017"/>
                  <a:pt x="890017" y="0"/>
                  <a:pt x="1987909" y="0"/>
                </a:cubicBezTo>
                <a:close/>
              </a:path>
            </a:pathLst>
          </a:custGeom>
          <a:blipFill dpi="0" rotWithShape="1">
            <a:blip r:embed="rId3">
              <a:alphaModFix amt="70000"/>
              <a:extLst>
                <a:ext uri="{28A0092B-C50C-407E-A947-70E740481C1C}">
                  <a14:useLocalDpi xmlns:a14="http://schemas.microsoft.com/office/drawing/2010/main" val="0"/>
                </a:ext>
              </a:extLst>
            </a:blip>
            <a:srcRect/>
            <a:stretch>
              <a:fillRect/>
            </a:stretch>
          </a:blipFill>
        </p:spPr>
        <p:txBody>
          <a:bodyPr wrap="square">
            <a:noAutofit/>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6096000" y="1828800"/>
            <a:ext cx="5483355" cy="4428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47132" y="6529916"/>
            <a:ext cx="3284341" cy="328084"/>
          </a:xfrm>
          <a:prstGeom prst="rect">
            <a:avLst/>
          </a:prstGeom>
        </p:spPr>
        <p:txBody>
          <a:bodyPr/>
          <a:lstStyle/>
          <a:p>
            <a:fld id="{387AD299-DE61-4CBB-BC93-03EDAFFAD605}" type="datetime1">
              <a:rPr lang="en-US" smtClean="0"/>
              <a:t>6/9/2026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13712010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6">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B5BFD4E-5044-9769-5E8F-5BEC1C2A215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12648" y="2271376"/>
            <a:ext cx="4155294" cy="4061162"/>
          </a:xfrm>
          <a:prstGeom prst="rect">
            <a:avLst/>
          </a:prstGeom>
        </p:spPr>
      </p:pic>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39"/>
            <a:ext cx="4672584" cy="1453896"/>
          </a:xfrm>
        </p:spPr>
        <p:txBody>
          <a:bodyPr>
            <a:normAutofit/>
          </a:bodyPr>
          <a:lstStyle>
            <a:lvl1pPr>
              <a:defRPr sz="3600"/>
            </a:lvl1pPr>
          </a:lstStyle>
          <a:p>
            <a:r>
              <a:rPr lang="en-US"/>
              <a:t>Click to edit Master title style</a:t>
            </a:r>
          </a:p>
        </p:txBody>
      </p:sp>
      <p:sp>
        <p:nvSpPr>
          <p:cNvPr id="14" name="Picture Placeholder 13">
            <a:extLst>
              <a:ext uri="{FF2B5EF4-FFF2-40B4-BE49-F238E27FC236}">
                <a16:creationId xmlns:a16="http://schemas.microsoft.com/office/drawing/2014/main" id="{D4DA44E7-3265-78D1-59E3-AEFDF6112DD6}"/>
              </a:ext>
            </a:extLst>
          </p:cNvPr>
          <p:cNvSpPr>
            <a:spLocks noGrp="1"/>
          </p:cNvSpPr>
          <p:nvPr>
            <p:ph type="pic" sz="quarter" idx="16"/>
          </p:nvPr>
        </p:nvSpPr>
        <p:spPr>
          <a:xfrm>
            <a:off x="873710" y="2485372"/>
            <a:ext cx="3633170" cy="3633170"/>
          </a:xfrm>
          <a:custGeom>
            <a:avLst/>
            <a:gdLst>
              <a:gd name="connsiteX0" fmla="*/ 1816585 w 3633170"/>
              <a:gd name="connsiteY0" fmla="*/ 0 h 3633170"/>
              <a:gd name="connsiteX1" fmla="*/ 3633170 w 3633170"/>
              <a:gd name="connsiteY1" fmla="*/ 1816585 h 3633170"/>
              <a:gd name="connsiteX2" fmla="*/ 1816585 w 3633170"/>
              <a:gd name="connsiteY2" fmla="*/ 3633170 h 3633170"/>
              <a:gd name="connsiteX3" fmla="*/ 0 w 3633170"/>
              <a:gd name="connsiteY3" fmla="*/ 1816585 h 3633170"/>
              <a:gd name="connsiteX4" fmla="*/ 1816585 w 3633170"/>
              <a:gd name="connsiteY4" fmla="*/ 0 h 3633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33170" h="3633170">
                <a:moveTo>
                  <a:pt x="1816585" y="0"/>
                </a:moveTo>
                <a:cubicBezTo>
                  <a:pt x="2819857" y="0"/>
                  <a:pt x="3633170" y="813313"/>
                  <a:pt x="3633170" y="1816585"/>
                </a:cubicBezTo>
                <a:cubicBezTo>
                  <a:pt x="3633170" y="2819857"/>
                  <a:pt x="2819857" y="3633170"/>
                  <a:pt x="1816585" y="3633170"/>
                </a:cubicBezTo>
                <a:cubicBezTo>
                  <a:pt x="813313" y="3633170"/>
                  <a:pt x="0" y="2819857"/>
                  <a:pt x="0" y="1816585"/>
                </a:cubicBezTo>
                <a:cubicBezTo>
                  <a:pt x="0" y="813313"/>
                  <a:pt x="813313" y="0"/>
                  <a:pt x="1816585" y="0"/>
                </a:cubicBezTo>
                <a:close/>
              </a:path>
            </a:pathLst>
          </a:custGeom>
          <a:blipFill dpi="0" rotWithShape="1">
            <a:blip r:embed="rId3">
              <a:alphaModFix amt="70000"/>
              <a:extLst>
                <a:ext uri="{28A0092B-C50C-407E-A947-70E740481C1C}">
                  <a14:useLocalDpi xmlns:a14="http://schemas.microsoft.com/office/drawing/2010/main" val="0"/>
                </a:ext>
              </a:extLst>
            </a:blip>
            <a:srcRect/>
            <a:stretch>
              <a:fillRect/>
            </a:stretch>
          </a:blipFill>
        </p:spPr>
        <p:txBody>
          <a:bodyPr wrap="square">
            <a:noAutofit/>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49275"/>
            <a:ext cx="5585925" cy="57832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47132" y="6529916"/>
            <a:ext cx="3284341" cy="328084"/>
          </a:xfrm>
          <a:prstGeom prst="rect">
            <a:avLst/>
          </a:prstGeom>
        </p:spPr>
        <p:txBody>
          <a:bodyPr/>
          <a:lstStyle/>
          <a:p>
            <a:fld id="{FB9632C8-AF7D-4924-8414-5F0F98946906}" type="datetime1">
              <a:rPr lang="en-US" smtClean="0"/>
              <a:t>6/9/2026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65682918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9B50B4B-78CB-E542-02D9-864CE61BF8A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37715" y="2311121"/>
            <a:ext cx="4085820" cy="3993262"/>
          </a:xfrm>
          <a:prstGeom prst="rect">
            <a:avLst/>
          </a:prstGeom>
        </p:spPr>
      </p:pic>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4678" y="550217"/>
            <a:ext cx="3657603" cy="1453896"/>
          </a:xfrm>
        </p:spPr>
        <p:txBody>
          <a:bodyPr anchor="t">
            <a:normAutofit/>
          </a:bodyPr>
          <a:lstStyle>
            <a:lvl1pPr>
              <a:defRPr sz="3200"/>
            </a:lvl1pPr>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AA5E0D2B-AF9D-6520-DEF7-6EF60AC4660E}"/>
              </a:ext>
            </a:extLst>
          </p:cNvPr>
          <p:cNvSpPr>
            <a:spLocks noGrp="1"/>
          </p:cNvSpPr>
          <p:nvPr>
            <p:ph type="pic" sz="quarter" idx="16"/>
          </p:nvPr>
        </p:nvSpPr>
        <p:spPr>
          <a:xfrm>
            <a:off x="694412" y="2521539"/>
            <a:ext cx="3572426" cy="3572426"/>
          </a:xfrm>
          <a:custGeom>
            <a:avLst/>
            <a:gdLst>
              <a:gd name="connsiteX0" fmla="*/ 1786213 w 3572426"/>
              <a:gd name="connsiteY0" fmla="*/ 0 h 3572426"/>
              <a:gd name="connsiteX1" fmla="*/ 3572426 w 3572426"/>
              <a:gd name="connsiteY1" fmla="*/ 1786213 h 3572426"/>
              <a:gd name="connsiteX2" fmla="*/ 1786213 w 3572426"/>
              <a:gd name="connsiteY2" fmla="*/ 3572426 h 3572426"/>
              <a:gd name="connsiteX3" fmla="*/ 0 w 3572426"/>
              <a:gd name="connsiteY3" fmla="*/ 1786213 h 3572426"/>
              <a:gd name="connsiteX4" fmla="*/ 1786213 w 3572426"/>
              <a:gd name="connsiteY4" fmla="*/ 0 h 357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72426" h="3572426">
                <a:moveTo>
                  <a:pt x="1786213" y="0"/>
                </a:moveTo>
                <a:cubicBezTo>
                  <a:pt x="2772711" y="0"/>
                  <a:pt x="3572426" y="799715"/>
                  <a:pt x="3572426" y="1786213"/>
                </a:cubicBezTo>
                <a:cubicBezTo>
                  <a:pt x="3572426" y="2772711"/>
                  <a:pt x="2772711" y="3572426"/>
                  <a:pt x="1786213" y="3572426"/>
                </a:cubicBezTo>
                <a:cubicBezTo>
                  <a:pt x="799715" y="3572426"/>
                  <a:pt x="0" y="2772711"/>
                  <a:pt x="0" y="1786213"/>
                </a:cubicBezTo>
                <a:cubicBezTo>
                  <a:pt x="0" y="799715"/>
                  <a:pt x="799715" y="0"/>
                  <a:pt x="1786213" y="0"/>
                </a:cubicBezTo>
                <a:close/>
              </a:path>
            </a:pathLst>
          </a:custGeom>
          <a:blipFill dpi="0" rotWithShape="1">
            <a:blip r:embed="rId3">
              <a:alphaModFix amt="70000"/>
              <a:extLst>
                <a:ext uri="{28A0092B-C50C-407E-A947-70E740481C1C}">
                  <a14:useLocalDpi xmlns:a14="http://schemas.microsoft.com/office/drawing/2010/main" val="0"/>
                </a:ext>
              </a:extLst>
            </a:blip>
            <a:srcRect/>
            <a:stretch>
              <a:fillRect/>
            </a:stretch>
          </a:blipFill>
        </p:spPr>
        <p:txBody>
          <a:bodyPr wrap="square">
            <a:noAutofit/>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016500" y="549275"/>
            <a:ext cx="6561138" cy="57594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47132" y="6529916"/>
            <a:ext cx="3284341" cy="328084"/>
          </a:xfrm>
          <a:prstGeom prst="rect">
            <a:avLst/>
          </a:prstGeom>
        </p:spPr>
        <p:txBody>
          <a:bodyPr/>
          <a:lstStyle/>
          <a:p>
            <a:fld id="{CB60CA09-D196-4E75-A4BA-F561F149C1FC}" type="datetime1">
              <a:rPr lang="en-US" smtClean="0"/>
              <a:t>6/9/2026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94261412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8">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825626D2-80B1-31C0-8C4C-03AEBF6B450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7335066" y="2105276"/>
            <a:ext cx="4085820" cy="3993262"/>
          </a:xfrm>
          <a:prstGeom prst="rect">
            <a:avLst/>
          </a:prstGeom>
        </p:spPr>
      </p:pic>
      <p:sp>
        <p:nvSpPr>
          <p:cNvPr id="17" name="Title 1">
            <a:extLst>
              <a:ext uri="{FF2B5EF4-FFF2-40B4-BE49-F238E27FC236}">
                <a16:creationId xmlns:a16="http://schemas.microsoft.com/office/drawing/2014/main" id="{FB8AD6A1-C215-DFF8-ECFA-D092D628B627}"/>
              </a:ext>
            </a:extLst>
          </p:cNvPr>
          <p:cNvSpPr>
            <a:spLocks noGrp="1"/>
          </p:cNvSpPr>
          <p:nvPr>
            <p:ph type="title"/>
          </p:nvPr>
        </p:nvSpPr>
        <p:spPr>
          <a:xfrm>
            <a:off x="612647" y="907303"/>
            <a:ext cx="10966706" cy="1132258"/>
          </a:xfrm>
        </p:spPr>
        <p:txBody>
          <a:bodyPr/>
          <a:lstStyle>
            <a:lvl1pPr>
              <a:defRPr>
                <a:latin typeface="+mj-lt"/>
              </a:defRPr>
            </a:lvl1pPr>
          </a:lstStyle>
          <a:p>
            <a:r>
              <a:rPr lang="en-US"/>
              <a:t>Click to edit Master title style</a:t>
            </a:r>
            <a:endParaRPr lang="en-US" dirty="0"/>
          </a:p>
        </p:txBody>
      </p:sp>
      <p:sp>
        <p:nvSpPr>
          <p:cNvPr id="15" name="Text Placeholder 3">
            <a:extLst>
              <a:ext uri="{FF2B5EF4-FFF2-40B4-BE49-F238E27FC236}">
                <a16:creationId xmlns:a16="http://schemas.microsoft.com/office/drawing/2014/main" id="{2F6745D6-F853-FF75-28EF-2DD864956FC7}"/>
              </a:ext>
            </a:extLst>
          </p:cNvPr>
          <p:cNvSpPr>
            <a:spLocks noGrp="1"/>
          </p:cNvSpPr>
          <p:nvPr>
            <p:ph type="body" sz="half" idx="2"/>
          </p:nvPr>
        </p:nvSpPr>
        <p:spPr>
          <a:xfrm>
            <a:off x="612647" y="2311121"/>
            <a:ext cx="6158266" cy="3993262"/>
          </a:xfrm>
        </p:spPr>
        <p:txBody>
          <a:bodyPr anchor="t">
            <a:normAutofit/>
          </a:bodyPr>
          <a:lstStyle>
            <a:lvl1pPr marL="0" indent="0">
              <a:buNone/>
              <a:defRPr sz="1400"/>
            </a:lvl1pPr>
            <a:lvl2pPr marL="457200" indent="0">
              <a:buNone/>
              <a:defRPr sz="1200"/>
            </a:lvl2pPr>
            <a:lvl3pPr marL="914400" indent="0">
              <a:buNone/>
              <a:defRPr sz="1100"/>
            </a:lvl3pPr>
            <a:lvl4pPr marL="1371600" indent="0">
              <a:buNone/>
              <a:defRPr sz="900"/>
            </a:lvl4pPr>
            <a:lvl5pPr marL="1828800" indent="0">
              <a:buNone/>
              <a:defRPr sz="9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Picture Placeholder 7">
            <a:extLst>
              <a:ext uri="{FF2B5EF4-FFF2-40B4-BE49-F238E27FC236}">
                <a16:creationId xmlns:a16="http://schemas.microsoft.com/office/drawing/2014/main" id="{D366C839-A25F-2CB3-40B9-811BB4C75134}"/>
              </a:ext>
            </a:extLst>
          </p:cNvPr>
          <p:cNvSpPr>
            <a:spLocks noGrp="1"/>
          </p:cNvSpPr>
          <p:nvPr>
            <p:ph type="pic" sz="quarter" idx="15"/>
          </p:nvPr>
        </p:nvSpPr>
        <p:spPr>
          <a:xfrm>
            <a:off x="7591763" y="2315694"/>
            <a:ext cx="3572426" cy="3572426"/>
          </a:xfrm>
          <a:custGeom>
            <a:avLst/>
            <a:gdLst>
              <a:gd name="connsiteX0" fmla="*/ 1786213 w 3572426"/>
              <a:gd name="connsiteY0" fmla="*/ 0 h 3572426"/>
              <a:gd name="connsiteX1" fmla="*/ 3572426 w 3572426"/>
              <a:gd name="connsiteY1" fmla="*/ 1786213 h 3572426"/>
              <a:gd name="connsiteX2" fmla="*/ 1786213 w 3572426"/>
              <a:gd name="connsiteY2" fmla="*/ 3572426 h 3572426"/>
              <a:gd name="connsiteX3" fmla="*/ 0 w 3572426"/>
              <a:gd name="connsiteY3" fmla="*/ 1786213 h 3572426"/>
              <a:gd name="connsiteX4" fmla="*/ 1786213 w 3572426"/>
              <a:gd name="connsiteY4" fmla="*/ 0 h 357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72426" h="3572426">
                <a:moveTo>
                  <a:pt x="1786213" y="0"/>
                </a:moveTo>
                <a:cubicBezTo>
                  <a:pt x="2772711" y="0"/>
                  <a:pt x="3572426" y="799715"/>
                  <a:pt x="3572426" y="1786213"/>
                </a:cubicBezTo>
                <a:cubicBezTo>
                  <a:pt x="3572426" y="2772711"/>
                  <a:pt x="2772711" y="3572426"/>
                  <a:pt x="1786213" y="3572426"/>
                </a:cubicBezTo>
                <a:cubicBezTo>
                  <a:pt x="799715" y="3572426"/>
                  <a:pt x="0" y="2772711"/>
                  <a:pt x="0" y="1786213"/>
                </a:cubicBezTo>
                <a:cubicBezTo>
                  <a:pt x="0" y="799715"/>
                  <a:pt x="799715" y="0"/>
                  <a:pt x="1786213" y="0"/>
                </a:cubicBezTo>
                <a:close/>
              </a:path>
            </a:pathLst>
          </a:custGeom>
          <a:blipFill dpi="0" rotWithShape="1">
            <a:blip r:embed="rId3">
              <a:alphaModFix amt="70000"/>
              <a:extLst>
                <a:ext uri="{28A0092B-C50C-407E-A947-70E740481C1C}">
                  <a14:useLocalDpi xmlns:a14="http://schemas.microsoft.com/office/drawing/2010/main" val="0"/>
                </a:ext>
              </a:extLst>
            </a:blip>
            <a:srcRect/>
            <a:stretch>
              <a:fillRect/>
            </a:stretch>
          </a:blipFill>
        </p:spPr>
        <p:txBody>
          <a:bodyPr wrap="square">
            <a:noAutofit/>
          </a:bodyPr>
          <a:lstStyle/>
          <a:p>
            <a:r>
              <a:rPr lang="en-US"/>
              <a:t>Click icon to add picture</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47132" y="6529916"/>
            <a:ext cx="3284341" cy="328084"/>
          </a:xfrm>
          <a:prstGeom prst="rect">
            <a:avLst/>
          </a:prstGeom>
        </p:spPr>
        <p:txBody>
          <a:bodyPr/>
          <a:lstStyle/>
          <a:p>
            <a:fld id="{E44CA941-2112-4108-B577-DDB22688A338}" type="datetime1">
              <a:rPr lang="en-US" smtClean="0"/>
              <a:t>6/9/2026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69513751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7C0B019-1F65-5FF3-EACC-1DBD4333A0E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700064" y="557784"/>
            <a:ext cx="5914085" cy="5780110"/>
          </a:xfrm>
          <a:prstGeom prst="rect">
            <a:avLst/>
          </a:prstGeom>
        </p:spPr>
      </p:pic>
      <p:sp>
        <p:nvSpPr>
          <p:cNvPr id="3" name="Title 1">
            <a:extLst>
              <a:ext uri="{FF2B5EF4-FFF2-40B4-BE49-F238E27FC236}">
                <a16:creationId xmlns:a16="http://schemas.microsoft.com/office/drawing/2014/main" id="{6763DD55-592C-903A-3F9C-A96924CFEAC8}"/>
              </a:ext>
            </a:extLst>
          </p:cNvPr>
          <p:cNvSpPr>
            <a:spLocks noGrp="1"/>
          </p:cNvSpPr>
          <p:nvPr>
            <p:ph type="title"/>
          </p:nvPr>
        </p:nvSpPr>
        <p:spPr>
          <a:xfrm>
            <a:off x="612648" y="907302"/>
            <a:ext cx="4361688" cy="1649694"/>
          </a:xfrm>
        </p:spPr>
        <p:txBody>
          <a:bodyPr anchor="t"/>
          <a:lstStyle/>
          <a:p>
            <a:r>
              <a:rPr lang="en-US"/>
              <a:t>Click to edit Master title style</a:t>
            </a:r>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8" y="2826137"/>
            <a:ext cx="4361688" cy="3434638"/>
          </a:xfrm>
        </p:spPr>
        <p:txBody>
          <a:bodyPr anchor="b">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12" name="Picture Placeholder 11">
            <a:extLst>
              <a:ext uri="{FF2B5EF4-FFF2-40B4-BE49-F238E27FC236}">
                <a16:creationId xmlns:a16="http://schemas.microsoft.com/office/drawing/2014/main" id="{051C0813-C057-2B90-9C5A-3AE995C89739}"/>
              </a:ext>
            </a:extLst>
          </p:cNvPr>
          <p:cNvSpPr>
            <a:spLocks noGrp="1"/>
          </p:cNvSpPr>
          <p:nvPr>
            <p:ph type="pic" sz="quarter" idx="15"/>
          </p:nvPr>
        </p:nvSpPr>
        <p:spPr>
          <a:xfrm>
            <a:off x="6071625" y="862357"/>
            <a:ext cx="5170964" cy="5170964"/>
          </a:xfrm>
          <a:custGeom>
            <a:avLst/>
            <a:gdLst>
              <a:gd name="connsiteX0" fmla="*/ 2585482 w 5170964"/>
              <a:gd name="connsiteY0" fmla="*/ 0 h 5170964"/>
              <a:gd name="connsiteX1" fmla="*/ 5170964 w 5170964"/>
              <a:gd name="connsiteY1" fmla="*/ 2585482 h 5170964"/>
              <a:gd name="connsiteX2" fmla="*/ 2585482 w 5170964"/>
              <a:gd name="connsiteY2" fmla="*/ 5170964 h 5170964"/>
              <a:gd name="connsiteX3" fmla="*/ 0 w 5170964"/>
              <a:gd name="connsiteY3" fmla="*/ 2585482 h 5170964"/>
              <a:gd name="connsiteX4" fmla="*/ 2585482 w 5170964"/>
              <a:gd name="connsiteY4" fmla="*/ 0 h 5170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70964" h="5170964">
                <a:moveTo>
                  <a:pt x="2585482" y="0"/>
                </a:moveTo>
                <a:cubicBezTo>
                  <a:pt x="4013405" y="0"/>
                  <a:pt x="5170964" y="1157560"/>
                  <a:pt x="5170964" y="2585482"/>
                </a:cubicBezTo>
                <a:cubicBezTo>
                  <a:pt x="5170964" y="4013405"/>
                  <a:pt x="4013405" y="5170964"/>
                  <a:pt x="2585482" y="5170964"/>
                </a:cubicBezTo>
                <a:cubicBezTo>
                  <a:pt x="1157560" y="5170964"/>
                  <a:pt x="0" y="4013405"/>
                  <a:pt x="0" y="2585482"/>
                </a:cubicBezTo>
                <a:cubicBezTo>
                  <a:pt x="0" y="1157560"/>
                  <a:pt x="1157560" y="0"/>
                  <a:pt x="2585482" y="0"/>
                </a:cubicBezTo>
                <a:close/>
              </a:path>
            </a:pathLst>
          </a:custGeom>
          <a:blipFill dpi="0" rotWithShape="1">
            <a:blip r:embed="rId3">
              <a:alphaModFix amt="70000"/>
              <a:extLst>
                <a:ext uri="{28A0092B-C50C-407E-A947-70E740481C1C}">
                  <a14:useLocalDpi xmlns:a14="http://schemas.microsoft.com/office/drawing/2010/main" val="0"/>
                </a:ext>
              </a:extLst>
            </a:blip>
            <a:srcRect/>
            <a:stretch>
              <a:fillRect/>
            </a:stretch>
          </a:blipFill>
        </p:spPr>
        <p:txBody>
          <a:bodyPr wrap="square">
            <a:noAutofit/>
          </a:bodyPr>
          <a:lstStyle/>
          <a:p>
            <a:r>
              <a:rPr lang="en-US"/>
              <a:t>Click icon to add picture</a:t>
            </a:r>
            <a:endParaRPr lang="en-US" dirty="0"/>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a:xfrm>
            <a:off x="347132" y="6529916"/>
            <a:ext cx="3284341" cy="328084"/>
          </a:xfrm>
          <a:prstGeom prst="rect">
            <a:avLst/>
          </a:prstGeom>
        </p:spPr>
        <p:txBody>
          <a:bodyPr/>
          <a:lstStyle/>
          <a:p>
            <a:fld id="{7D3302DA-6AFE-4F11-B5FB-C17B82EA8578}" type="datetime1">
              <a:rPr lang="en-US" smtClean="0"/>
              <a:t>6/9/2026</a:t>
            </a:fld>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99211284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Number Large">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4967907A-96CA-89D9-9FD8-C85BFFEAF6EB}"/>
              </a:ext>
            </a:extLst>
          </p:cNvPr>
          <p:cNvSpPr>
            <a:spLocks noGrp="1"/>
          </p:cNvSpPr>
          <p:nvPr>
            <p:ph type="title"/>
          </p:nvPr>
        </p:nvSpPr>
        <p:spPr>
          <a:xfrm>
            <a:off x="860316" y="4421770"/>
            <a:ext cx="10499656" cy="1528927"/>
          </a:xfrm>
        </p:spPr>
        <p:txBody>
          <a:bodyPr>
            <a:normAutofit/>
          </a:bodyPr>
          <a:lstStyle>
            <a:lvl1pPr algn="l">
              <a:lnSpc>
                <a:spcPct val="110000"/>
              </a:lnSpc>
              <a:defRPr sz="2000" b="0" cap="none" baseline="0">
                <a:solidFill>
                  <a:schemeClr val="tx1"/>
                </a:solidFill>
                <a:latin typeface="+mn-lt"/>
              </a:defRPr>
            </a:lvl1pPr>
          </a:lstStyle>
          <a:p>
            <a:r>
              <a:rPr lang="en-US"/>
              <a:t>Click to edit Master title style</a:t>
            </a:r>
            <a:endParaRPr lang="en-US" dirty="0"/>
          </a:p>
        </p:txBody>
      </p:sp>
      <p:sp>
        <p:nvSpPr>
          <p:cNvPr id="8" name="Content Placeholder 6">
            <a:extLst>
              <a:ext uri="{FF2B5EF4-FFF2-40B4-BE49-F238E27FC236}">
                <a16:creationId xmlns:a16="http://schemas.microsoft.com/office/drawing/2014/main" id="{824A94E6-CFC2-45CB-1F4E-C00A6DA2F700}"/>
              </a:ext>
            </a:extLst>
          </p:cNvPr>
          <p:cNvSpPr>
            <a:spLocks noGrp="1"/>
          </p:cNvSpPr>
          <p:nvPr>
            <p:ph sz="quarter" idx="13" hasCustomPrompt="1"/>
          </p:nvPr>
        </p:nvSpPr>
        <p:spPr>
          <a:xfrm>
            <a:off x="866336" y="1330310"/>
            <a:ext cx="10499656" cy="3273331"/>
          </a:xfrm>
        </p:spPr>
        <p:txBody>
          <a:bodyPr anchor="b">
            <a:normAutofit/>
          </a:bodyPr>
          <a:lstStyle>
            <a:lvl1pPr marL="0" indent="0" algn="l">
              <a:lnSpc>
                <a:spcPct val="90000"/>
              </a:lnSpc>
              <a:buNone/>
              <a:defRPr sz="21000" b="0">
                <a:solidFill>
                  <a:schemeClr val="tx1"/>
                </a:solidFill>
                <a:latin typeface="+mj-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347132" y="6529916"/>
            <a:ext cx="3284341" cy="328084"/>
          </a:xfrm>
          <a:prstGeom prst="rect">
            <a:avLst/>
          </a:prstGeom>
        </p:spPr>
        <p:txBody>
          <a:bodyPr/>
          <a:lstStyle/>
          <a:p>
            <a:fld id="{C3619648-D57F-48C1-8026-D656192BFCE5}" type="datetime1">
              <a:rPr lang="en-US" smtClean="0"/>
              <a:t>6/9/2026</a:t>
            </a:fld>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9" name="Rectangle: Rounded Corners 8">
            <a:extLst>
              <a:ext uri="{FF2B5EF4-FFF2-40B4-BE49-F238E27FC236}">
                <a16:creationId xmlns:a16="http://schemas.microsoft.com/office/drawing/2014/main" id="{FA1F52FC-EB68-58F2-85B1-6235B55362A9}"/>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77838775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Number Larg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377440" y="4809744"/>
            <a:ext cx="7525512" cy="1545336"/>
          </a:xfrm>
        </p:spPr>
        <p:txBody>
          <a:bodyPr>
            <a:normAutofit/>
          </a:bodyPr>
          <a:lstStyle>
            <a:lvl1pPr algn="ctr">
              <a:lnSpc>
                <a:spcPct val="110000"/>
              </a:lnSpc>
              <a:defRPr sz="2800" b="0">
                <a:solidFill>
                  <a:schemeClr val="tx1"/>
                </a:solidFill>
                <a:latin typeface="+mn-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822960" y="804120"/>
            <a:ext cx="10543032" cy="4206240"/>
          </a:xfrm>
        </p:spPr>
        <p:txBody>
          <a:bodyPr anchor="b">
            <a:normAutofit/>
          </a:bodyPr>
          <a:lstStyle>
            <a:lvl1pPr marL="0" indent="0" algn="ctr">
              <a:lnSpc>
                <a:spcPct val="90000"/>
              </a:lnSpc>
              <a:buNone/>
              <a:defRPr sz="23200" b="0">
                <a:solidFill>
                  <a:schemeClr val="tx1"/>
                </a:solidFill>
                <a:latin typeface="+mj-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347132" y="6529916"/>
            <a:ext cx="3284341" cy="328084"/>
          </a:xfrm>
          <a:prstGeom prst="rect">
            <a:avLst/>
          </a:prstGeom>
        </p:spPr>
        <p:txBody>
          <a:bodyPr/>
          <a:lstStyle/>
          <a:p>
            <a:fld id="{D7688EBA-E81D-4EC6-8C2B-03A401A980DE}" type="datetime1">
              <a:rPr lang="en-US" smtClean="0"/>
              <a:t>6/9/2026</a:t>
            </a:fld>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6" name="Rectangle: Rounded Corners 5">
            <a:extLst>
              <a:ext uri="{FF2B5EF4-FFF2-40B4-BE49-F238E27FC236}">
                <a16:creationId xmlns:a16="http://schemas.microsoft.com/office/drawing/2014/main" id="{7ACAAB8A-DD1F-F240-8651-22FAC159B426}"/>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04766810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Number Large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377440" y="4421770"/>
            <a:ext cx="7525512" cy="1933310"/>
          </a:xfrm>
        </p:spPr>
        <p:txBody>
          <a:bodyPr>
            <a:normAutofit/>
          </a:bodyPr>
          <a:lstStyle>
            <a:lvl1pPr algn="ctr">
              <a:lnSpc>
                <a:spcPct val="110000"/>
              </a:lnSpc>
              <a:defRPr sz="2000" b="0" cap="none" baseline="0">
                <a:solidFill>
                  <a:schemeClr val="tx1"/>
                </a:solidFill>
                <a:latin typeface="+mn-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822960" y="1353387"/>
            <a:ext cx="10543032" cy="3273331"/>
          </a:xfrm>
        </p:spPr>
        <p:txBody>
          <a:bodyPr anchor="b">
            <a:normAutofit/>
          </a:bodyPr>
          <a:lstStyle>
            <a:lvl1pPr marL="0" indent="0" algn="ctr">
              <a:lnSpc>
                <a:spcPct val="90000"/>
              </a:lnSpc>
              <a:buNone/>
              <a:defRPr sz="21000" b="0">
                <a:solidFill>
                  <a:schemeClr val="tx1"/>
                </a:solidFill>
                <a:latin typeface="+mj-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347132" y="6529916"/>
            <a:ext cx="3284341" cy="328084"/>
          </a:xfrm>
          <a:prstGeom prst="rect">
            <a:avLst/>
          </a:prstGeom>
        </p:spPr>
        <p:txBody>
          <a:bodyPr/>
          <a:lstStyle/>
          <a:p>
            <a:fld id="{175A1B29-DFBD-4673-8328-3ED6619AAB50}" type="datetime1">
              <a:rPr lang="en-US" smtClean="0"/>
              <a:t>6/9/2026</a:t>
            </a:fld>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8" name="Rectangle: Rounded Corners 7">
            <a:extLst>
              <a:ext uri="{FF2B5EF4-FFF2-40B4-BE49-F238E27FC236}">
                <a16:creationId xmlns:a16="http://schemas.microsoft.com/office/drawing/2014/main" id="{A42EF41C-4509-4150-C0F1-83BB756ACF5F}"/>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897245299"/>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463662" y="561268"/>
            <a:ext cx="9264676" cy="5735465"/>
          </a:xfrm>
        </p:spPr>
        <p:txBody>
          <a:bodyPr anchor="ctr">
            <a:noAutofit/>
          </a:bodyPr>
          <a:lstStyle>
            <a:lvl1pPr marL="0" indent="0" algn="ctr">
              <a:lnSpc>
                <a:spcPct val="80000"/>
              </a:lnSpc>
              <a:buNone/>
              <a:defRPr lang="en-US" sz="6600" b="0" kern="1200" cap="all" baseline="0" dirty="0">
                <a:solidFill>
                  <a:schemeClr val="tx1"/>
                </a:solidFill>
                <a:latin typeface="+mj-lt"/>
                <a:ea typeface="+mj-ea"/>
                <a:cs typeface="+mj-cs"/>
              </a:defRPr>
            </a:lvl1pPr>
            <a:lvl2pPr marL="228600" indent="0" algn="ctr">
              <a:lnSpc>
                <a:spcPct val="80000"/>
              </a:lnSpc>
              <a:buNone/>
              <a:defRPr lang="en-US" sz="6600" b="0" kern="1200" cap="all" baseline="0" dirty="0">
                <a:solidFill>
                  <a:schemeClr val="tx1"/>
                </a:solidFill>
                <a:latin typeface="+mj-lt"/>
                <a:ea typeface="+mj-ea"/>
                <a:cs typeface="+mj-cs"/>
              </a:defRPr>
            </a:lvl2pPr>
            <a:lvl3pPr marL="457200" indent="0" algn="ctr">
              <a:lnSpc>
                <a:spcPct val="80000"/>
              </a:lnSpc>
              <a:buNone/>
              <a:defRPr lang="en-US" sz="6600" b="0" kern="1200" cap="all" baseline="0" dirty="0">
                <a:solidFill>
                  <a:schemeClr val="tx1"/>
                </a:solidFill>
                <a:latin typeface="+mj-lt"/>
                <a:ea typeface="+mj-ea"/>
                <a:cs typeface="+mj-cs"/>
              </a:defRPr>
            </a:lvl3pPr>
            <a:lvl4pPr marL="685800" indent="0" algn="ctr">
              <a:lnSpc>
                <a:spcPct val="100000"/>
              </a:lnSpc>
              <a:buNone/>
              <a:defRPr lang="en-US" sz="8000" b="1" kern="1200" cap="all" baseline="0" dirty="0">
                <a:solidFill>
                  <a:schemeClr val="tx1"/>
                </a:solidFill>
                <a:latin typeface="Playfair Display Black" pitchFamily="2" charset="0"/>
                <a:ea typeface="+mj-ea"/>
                <a:cs typeface="+mj-cs"/>
              </a:defRPr>
            </a:lvl4pPr>
            <a:lvl5pPr marL="914400" indent="0" algn="ctr">
              <a:lnSpc>
                <a:spcPct val="100000"/>
              </a:lnSpc>
              <a:buNone/>
              <a:defRPr lang="en-US" sz="8000" b="1" kern="1200" cap="all" baseline="0" dirty="0">
                <a:solidFill>
                  <a:schemeClr val="tx1"/>
                </a:solidFill>
                <a:latin typeface="Playfair Display Black" pitchFamily="2" charset="0"/>
                <a:ea typeface="+mj-ea"/>
                <a:cs typeface="+mj-cs"/>
              </a:defRPr>
            </a:lvl5pPr>
          </a:lstStyle>
          <a:p>
            <a:pPr lvl="0"/>
            <a:r>
              <a:rPr lang="en-US" dirty="0"/>
              <a:t>Click to add Statement</a:t>
            </a:r>
          </a:p>
          <a:p>
            <a:pPr lvl="1"/>
            <a:r>
              <a:rPr lang="en-US" dirty="0"/>
              <a:t>Second level</a:t>
            </a:r>
          </a:p>
          <a:p>
            <a:pPr lvl="2"/>
            <a:r>
              <a:rPr lang="en-US" dirty="0"/>
              <a:t>Third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347132" y="6529916"/>
            <a:ext cx="3284341" cy="328084"/>
          </a:xfrm>
          <a:prstGeom prst="rect">
            <a:avLst/>
          </a:prstGeom>
        </p:spPr>
        <p:txBody>
          <a:bodyPr/>
          <a:lstStyle/>
          <a:p>
            <a:fld id="{E7C9592F-4A0D-4D12-B47E-4A7D843B26AD}" type="datetime1">
              <a:rPr lang="en-US" smtClean="0"/>
              <a:t>6/9/2026</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pPr/>
              <a:t>‹#›</a:t>
            </a:fld>
            <a:endParaRPr lang="en-US" dirty="0"/>
          </a:p>
        </p:txBody>
      </p:sp>
      <p:sp>
        <p:nvSpPr>
          <p:cNvPr id="9" name="Rectangle: Rounded Corners 8">
            <a:extLst>
              <a:ext uri="{FF2B5EF4-FFF2-40B4-BE49-F238E27FC236}">
                <a16:creationId xmlns:a16="http://schemas.microsoft.com/office/drawing/2014/main" id="{244775AE-F67F-CB44-1D87-AB4D287818A5}"/>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8147648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1929384"/>
            <a:ext cx="8266176" cy="4142232"/>
          </a:xfrm>
        </p:spPr>
        <p:txBody>
          <a:bodyPr anchor="b">
            <a:noAutofit/>
          </a:bodyPr>
          <a:lstStyle>
            <a:lvl1pPr marL="0" indent="0">
              <a:lnSpc>
                <a:spcPct val="100000"/>
              </a:lnSpc>
              <a:buNone/>
              <a:defRPr sz="5000" b="1"/>
            </a:lvl1pPr>
            <a:lvl2pPr marL="228600" indent="0">
              <a:lnSpc>
                <a:spcPct val="100000"/>
              </a:lnSpc>
              <a:buNone/>
              <a:defRPr sz="4400" b="1"/>
            </a:lvl2pPr>
            <a:lvl3pPr marL="457200" indent="0">
              <a:lnSpc>
                <a:spcPct val="100000"/>
              </a:lnSpc>
              <a:buNone/>
              <a:defRPr sz="4000" b="1"/>
            </a:lvl3pPr>
            <a:lvl4pPr marL="685800" indent="0">
              <a:lnSpc>
                <a:spcPct val="100000"/>
              </a:lnSpc>
              <a:buNone/>
              <a:defRPr sz="3600" b="1"/>
            </a:lvl4pPr>
            <a:lvl5pPr marL="914400" indent="0">
              <a:lnSpc>
                <a:spcPct val="100000"/>
              </a:lnSpc>
              <a:buNone/>
              <a:defRPr sz="3200" b="1"/>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347132" y="6529916"/>
            <a:ext cx="3284341" cy="328084"/>
          </a:xfrm>
          <a:prstGeom prst="rect">
            <a:avLst/>
          </a:prstGeom>
        </p:spPr>
        <p:txBody>
          <a:bodyPr/>
          <a:lstStyle/>
          <a:p>
            <a:fld id="{290F78A7-ED9B-4802-8C3B-8810C7632A95}" type="datetime1">
              <a:rPr lang="en-US" smtClean="0"/>
              <a:t>6/9/2026</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pPr/>
              <a:t>‹#›</a:t>
            </a:fld>
            <a:endParaRPr lang="en-US" dirty="0"/>
          </a:p>
        </p:txBody>
      </p:sp>
      <p:sp>
        <p:nvSpPr>
          <p:cNvPr id="6" name="Rectangle: Rounded Corners 5">
            <a:extLst>
              <a:ext uri="{FF2B5EF4-FFF2-40B4-BE49-F238E27FC236}">
                <a16:creationId xmlns:a16="http://schemas.microsoft.com/office/drawing/2014/main" id="{734D2A7D-7433-3BD7-B540-CAF81289672C}"/>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60836924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548640"/>
            <a:ext cx="8266176" cy="5605272"/>
          </a:xfrm>
        </p:spPr>
        <p:txBody>
          <a:bodyPr anchor="t">
            <a:noAutofit/>
          </a:bodyPr>
          <a:lstStyle>
            <a:lvl1pPr marL="0" indent="0">
              <a:lnSpc>
                <a:spcPct val="100000"/>
              </a:lnSpc>
              <a:buNone/>
              <a:defRPr sz="5000" b="1"/>
            </a:lvl1pPr>
            <a:lvl2pPr marL="228600" indent="0">
              <a:lnSpc>
                <a:spcPct val="100000"/>
              </a:lnSpc>
              <a:buNone/>
              <a:defRPr sz="4400" b="1"/>
            </a:lvl2pPr>
            <a:lvl3pPr marL="457200" indent="0">
              <a:lnSpc>
                <a:spcPct val="100000"/>
              </a:lnSpc>
              <a:buNone/>
              <a:defRPr sz="4000" b="1"/>
            </a:lvl3pPr>
            <a:lvl4pPr marL="685800" indent="0">
              <a:lnSpc>
                <a:spcPct val="100000"/>
              </a:lnSpc>
              <a:buNone/>
              <a:defRPr sz="3600" b="1"/>
            </a:lvl4pPr>
            <a:lvl5pPr marL="914400" indent="0">
              <a:lnSpc>
                <a:spcPct val="100000"/>
              </a:lnSpc>
              <a:buNone/>
              <a:defRPr sz="3200" b="1"/>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347132" y="6529916"/>
            <a:ext cx="3284341" cy="328084"/>
          </a:xfrm>
          <a:prstGeom prst="rect">
            <a:avLst/>
          </a:prstGeom>
        </p:spPr>
        <p:txBody>
          <a:bodyPr/>
          <a:lstStyle/>
          <a:p>
            <a:fld id="{24F266F9-F826-45A4-93B2-4F421185E715}" type="datetime1">
              <a:rPr lang="en-US" smtClean="0"/>
              <a:t>6/9/2026</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pPr/>
              <a:t>‹#›</a:t>
            </a:fld>
            <a:endParaRPr lang="en-US" dirty="0"/>
          </a:p>
        </p:txBody>
      </p:sp>
      <p:sp>
        <p:nvSpPr>
          <p:cNvPr id="6" name="Rectangle: Rounded Corners 5">
            <a:extLst>
              <a:ext uri="{FF2B5EF4-FFF2-40B4-BE49-F238E27FC236}">
                <a16:creationId xmlns:a16="http://schemas.microsoft.com/office/drawing/2014/main" id="{0F6FAFB8-6136-DD3A-86C3-855ED940D6F6}"/>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05296817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pic>
        <p:nvPicPr>
          <p:cNvPr id="8" name="Picture 7" descr="A purple circle with black background&#10;&#10;AI-generated content may be incorrect.">
            <a:extLst>
              <a:ext uri="{FF2B5EF4-FFF2-40B4-BE49-F238E27FC236}">
                <a16:creationId xmlns:a16="http://schemas.microsoft.com/office/drawing/2014/main" id="{34321655-180C-E5FF-5EBA-CB7C8C900534}"/>
              </a:ext>
            </a:extLst>
          </p:cNvPr>
          <p:cNvPicPr>
            <a:picLocks noChangeAspect="1"/>
          </p:cNvPicPr>
          <p:nvPr/>
        </p:nvPicPr>
        <p:blipFill>
          <a:blip r:embed="rId2">
            <a:extLst>
              <a:ext uri="{28A0092B-C50C-407E-A947-70E740481C1C}">
                <a14:useLocalDpi xmlns:a14="http://schemas.microsoft.com/office/drawing/2010/main" val="0"/>
              </a:ext>
            </a:extLst>
          </a:blip>
          <a:srcRect t="6267"/>
          <a:stretch/>
        </p:blipFill>
        <p:spPr>
          <a:xfrm>
            <a:off x="492638" y="0"/>
            <a:ext cx="4471248" cy="4191000"/>
          </a:xfrm>
          <a:prstGeom prst="rect">
            <a:avLst/>
          </a:prstGeom>
        </p:spPr>
      </p:pic>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2050322" y="5137616"/>
            <a:ext cx="8054173" cy="466344"/>
          </a:xfrm>
        </p:spPr>
        <p:txBody>
          <a:bodyPr anchor="ctr">
            <a:normAutofit/>
          </a:bodyPr>
          <a:lstStyle>
            <a:lvl1pPr>
              <a:lnSpc>
                <a:spcPct val="120000"/>
              </a:lnSpc>
              <a:defRPr sz="1800" cap="none" baseline="0">
                <a:solidFill>
                  <a:schemeClr val="tx1"/>
                </a:solidFill>
                <a:latin typeface="+mn-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393371" y="1188720"/>
            <a:ext cx="8593017" cy="2174966"/>
          </a:xfrm>
        </p:spPr>
        <p:txBody>
          <a:bodyPr anchor="b">
            <a:normAutofit/>
          </a:bodyPr>
          <a:lstStyle>
            <a:lvl1pPr marL="0" indent="-457200" defTabSz="914400">
              <a:lnSpc>
                <a:spcPct val="80000"/>
              </a:lnSpc>
              <a:spcBef>
                <a:spcPts val="0"/>
              </a:spcBef>
              <a:buNone/>
              <a:defRPr sz="4500" cap="all" baseline="0">
                <a:latin typeface="+mj-lt"/>
              </a:defRPr>
            </a:lvl1pPr>
          </a:lstStyle>
          <a:p>
            <a:pPr lvl="0"/>
            <a:r>
              <a:rPr lang="en-US" dirty="0"/>
              <a:t>Click to add Quote</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347132" y="6529916"/>
            <a:ext cx="3284341" cy="328084"/>
          </a:xfrm>
          <a:prstGeom prst="rect">
            <a:avLst/>
          </a:prstGeom>
        </p:spPr>
        <p:txBody>
          <a:bodyPr/>
          <a:lstStyle/>
          <a:p>
            <a:fld id="{DB6CF73C-93E7-489E-AE2B-E246A7DB6D93}" type="datetime1">
              <a:rPr lang="en-US" smtClean="0"/>
              <a:t>6/9/2026</a:t>
            </a:fld>
            <a:endParaRPr lang="en-US" dirty="0"/>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cxnSp>
        <p:nvCxnSpPr>
          <p:cNvPr id="12" name="Straight Connector 11">
            <a:extLst>
              <a:ext uri="{FF2B5EF4-FFF2-40B4-BE49-F238E27FC236}">
                <a16:creationId xmlns:a16="http://schemas.microsoft.com/office/drawing/2014/main" id="{0659926F-2327-8B2D-085E-499F8F38779A}"/>
              </a:ext>
            </a:extLst>
          </p:cNvPr>
          <p:cNvCxnSpPr/>
          <p:nvPr/>
        </p:nvCxnSpPr>
        <p:spPr>
          <a:xfrm>
            <a:off x="1551214" y="3477986"/>
            <a:ext cx="0" cy="1992085"/>
          </a:xfrm>
          <a:prstGeom prst="line">
            <a:avLst/>
          </a:prstGeom>
          <a:ln w="1905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8997730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Quot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677009" y="5349240"/>
            <a:ext cx="9043416" cy="466344"/>
          </a:xfrm>
        </p:spPr>
        <p:txBody>
          <a:bodyPr anchor="ctr">
            <a:normAutofit/>
          </a:bodyPr>
          <a:lstStyle>
            <a:lvl1pPr>
              <a:lnSpc>
                <a:spcPct val="120000"/>
              </a:lnSpc>
              <a:defRPr sz="2200">
                <a:solidFill>
                  <a:schemeClr val="tx1"/>
                </a:solidFill>
                <a:latin typeface="+mn-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499616" y="1344168"/>
            <a:ext cx="9198864" cy="3291840"/>
          </a:xfrm>
        </p:spPr>
        <p:txBody>
          <a:bodyPr anchor="ctr">
            <a:normAutofit/>
          </a:bodyPr>
          <a:lstStyle>
            <a:lvl1pPr marL="164592" indent="-164592">
              <a:lnSpc>
                <a:spcPct val="80000"/>
              </a:lnSpc>
              <a:spcBef>
                <a:spcPts val="0"/>
              </a:spcBef>
              <a:buNone/>
              <a:defRPr sz="4000" cap="all" baseline="0">
                <a:latin typeface="+mj-lt"/>
              </a:defRPr>
            </a:lvl1pPr>
          </a:lstStyle>
          <a:p>
            <a:pPr lvl="0"/>
            <a:r>
              <a:rPr lang="en-US" dirty="0"/>
              <a:t>Click to add Quote</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347132" y="6529916"/>
            <a:ext cx="3284341" cy="328084"/>
          </a:xfrm>
          <a:prstGeom prst="rect">
            <a:avLst/>
          </a:prstGeom>
        </p:spPr>
        <p:txBody>
          <a:bodyPr/>
          <a:lstStyle/>
          <a:p>
            <a:fld id="{A15AF2BE-7E3A-4323-8AD1-6D4FF44FD8E1}" type="datetime1">
              <a:rPr lang="en-US" smtClean="0"/>
              <a:t>6/9/2026</a:t>
            </a:fld>
            <a:endParaRPr lang="en-US" dirty="0"/>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6" name="Rectangle: Rounded Corners 5">
            <a:extLst>
              <a:ext uri="{FF2B5EF4-FFF2-40B4-BE49-F238E27FC236}">
                <a16:creationId xmlns:a16="http://schemas.microsoft.com/office/drawing/2014/main" id="{CF5A24BE-62EC-1D31-CC8C-91D6C09F8228}"/>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028971186"/>
      </p:ext>
    </p:extLst>
  </p:cSld>
  <p:clrMapOvr>
    <a:overrideClrMapping bg1="lt1" tx1="dk1" bg2="lt2" tx2="dk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790041" y="5669280"/>
            <a:ext cx="8805672" cy="466344"/>
          </a:xfrm>
        </p:spPr>
        <p:txBody>
          <a:bodyPr anchor="ctr">
            <a:normAutofit/>
          </a:bodyPr>
          <a:lstStyle>
            <a:lvl1pPr>
              <a:lnSpc>
                <a:spcPct val="120000"/>
              </a:lnSpc>
              <a:defRPr sz="2200">
                <a:solidFill>
                  <a:schemeClr val="tx1"/>
                </a:solidFill>
                <a:latin typeface="+mn-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8" y="1097280"/>
            <a:ext cx="8961120" cy="3474720"/>
          </a:xfrm>
        </p:spPr>
        <p:txBody>
          <a:bodyPr anchor="ctr">
            <a:normAutofit/>
          </a:bodyPr>
          <a:lstStyle>
            <a:lvl1pPr marL="164592" indent="-164592">
              <a:lnSpc>
                <a:spcPct val="80000"/>
              </a:lnSpc>
              <a:spcBef>
                <a:spcPts val="0"/>
              </a:spcBef>
              <a:buNone/>
              <a:defRPr sz="4200" cap="all" baseline="0">
                <a:latin typeface="+mj-lt"/>
              </a:defRPr>
            </a:lvl1pPr>
          </a:lstStyle>
          <a:p>
            <a:pPr lvl="0"/>
            <a:r>
              <a:rPr lang="en-US" dirty="0"/>
              <a:t>Click to add Quote</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347132" y="6529916"/>
            <a:ext cx="3284341" cy="328084"/>
          </a:xfrm>
          <a:prstGeom prst="rect">
            <a:avLst/>
          </a:prstGeom>
        </p:spPr>
        <p:txBody>
          <a:bodyPr/>
          <a:lstStyle/>
          <a:p>
            <a:fld id="{CB8FD7DB-FD7D-41C7-A7D0-5BAC7B3F1054}" type="datetime1">
              <a:rPr lang="en-US" smtClean="0"/>
              <a:t>6/9/2026</a:t>
            </a:fld>
            <a:endParaRPr lang="en-US" dirty="0"/>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6" name="Rectangle: Rounded Corners 5">
            <a:extLst>
              <a:ext uri="{FF2B5EF4-FFF2-40B4-BE49-F238E27FC236}">
                <a16:creationId xmlns:a16="http://schemas.microsoft.com/office/drawing/2014/main" id="{0CC92CDB-3DCC-F547-8EEC-BE14157A4259}"/>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0318233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9F63BBBA-62F7-DBEC-F9CF-7226CF22297D}"/>
              </a:ext>
            </a:extLst>
          </p:cNvPr>
          <p:cNvSpPr>
            <a:spLocks noGrp="1"/>
          </p:cNvSpPr>
          <p:nvPr>
            <p:ph type="title"/>
          </p:nvPr>
        </p:nvSpPr>
        <p:spPr>
          <a:xfrm>
            <a:off x="860893" y="907303"/>
            <a:ext cx="10465073" cy="1132258"/>
          </a:xfrm>
        </p:spPr>
        <p:txBody>
          <a:body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70C6923B-FF9D-B437-5588-878AF0F8A070}"/>
              </a:ext>
            </a:extLst>
          </p:cNvPr>
          <p:cNvSpPr>
            <a:spLocks noGrp="1"/>
          </p:cNvSpPr>
          <p:nvPr>
            <p:ph type="body" sz="quarter" idx="13"/>
          </p:nvPr>
        </p:nvSpPr>
        <p:spPr>
          <a:xfrm>
            <a:off x="860892" y="2268121"/>
            <a:ext cx="5040809" cy="39802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10">
            <a:extLst>
              <a:ext uri="{FF2B5EF4-FFF2-40B4-BE49-F238E27FC236}">
                <a16:creationId xmlns:a16="http://schemas.microsoft.com/office/drawing/2014/main" id="{32312870-557C-564C-3520-F00CB9BF524F}"/>
              </a:ext>
            </a:extLst>
          </p:cNvPr>
          <p:cNvSpPr>
            <a:spLocks noGrp="1"/>
          </p:cNvSpPr>
          <p:nvPr>
            <p:ph type="body" sz="quarter" idx="15"/>
          </p:nvPr>
        </p:nvSpPr>
        <p:spPr>
          <a:xfrm>
            <a:off x="6285157" y="2268121"/>
            <a:ext cx="5040809" cy="39802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47132" y="6529916"/>
            <a:ext cx="3284341" cy="328084"/>
          </a:xfrm>
          <a:prstGeom prst="rect">
            <a:avLst/>
          </a:prstGeom>
        </p:spPr>
        <p:txBody>
          <a:bodyPr/>
          <a:lstStyle/>
          <a:p>
            <a:fld id="{7586B0B4-0F2D-499F-B46F-F681523A05A0}" type="datetime1">
              <a:rPr lang="en-US" smtClean="0"/>
              <a:t>6/9/2026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13" name="Rectangle: Rounded Corners 12">
            <a:extLst>
              <a:ext uri="{FF2B5EF4-FFF2-40B4-BE49-F238E27FC236}">
                <a16:creationId xmlns:a16="http://schemas.microsoft.com/office/drawing/2014/main" id="{FB15031E-7D6B-5DB2-0949-3226C3A6B5E9}"/>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2690834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94C7CB3-8309-EE97-00D8-73D90094F0D7}"/>
              </a:ext>
            </a:extLst>
          </p:cNvPr>
          <p:cNvSpPr>
            <a:spLocks noGrp="1"/>
          </p:cNvSpPr>
          <p:nvPr>
            <p:ph type="title"/>
          </p:nvPr>
        </p:nvSpPr>
        <p:spPr>
          <a:xfrm>
            <a:off x="860893" y="907303"/>
            <a:ext cx="10465073" cy="1132258"/>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860893" y="2268121"/>
            <a:ext cx="504080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Text Placeholder 2">
            <a:extLst>
              <a:ext uri="{FF2B5EF4-FFF2-40B4-BE49-F238E27FC236}">
                <a16:creationId xmlns:a16="http://schemas.microsoft.com/office/drawing/2014/main" id="{8CF4B8FC-8114-F896-19E9-61BFDBF1E798}"/>
              </a:ext>
            </a:extLst>
          </p:cNvPr>
          <p:cNvSpPr>
            <a:spLocks noGrp="1"/>
          </p:cNvSpPr>
          <p:nvPr>
            <p:ph type="body" idx="14"/>
          </p:nvPr>
        </p:nvSpPr>
        <p:spPr>
          <a:xfrm>
            <a:off x="6285158" y="2268121"/>
            <a:ext cx="504080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0">
            <a:extLst>
              <a:ext uri="{FF2B5EF4-FFF2-40B4-BE49-F238E27FC236}">
                <a16:creationId xmlns:a16="http://schemas.microsoft.com/office/drawing/2014/main" id="{F86E5640-DE07-46FE-2EFB-FCD8C5238DC9}"/>
              </a:ext>
            </a:extLst>
          </p:cNvPr>
          <p:cNvSpPr>
            <a:spLocks noGrp="1"/>
          </p:cNvSpPr>
          <p:nvPr>
            <p:ph type="body" sz="quarter" idx="13"/>
          </p:nvPr>
        </p:nvSpPr>
        <p:spPr>
          <a:xfrm>
            <a:off x="860892" y="2969987"/>
            <a:ext cx="5040809" cy="32784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0">
            <a:extLst>
              <a:ext uri="{FF2B5EF4-FFF2-40B4-BE49-F238E27FC236}">
                <a16:creationId xmlns:a16="http://schemas.microsoft.com/office/drawing/2014/main" id="{BA05586D-8745-CB79-26DE-BB05CF6BF805}"/>
              </a:ext>
            </a:extLst>
          </p:cNvPr>
          <p:cNvSpPr>
            <a:spLocks noGrp="1"/>
          </p:cNvSpPr>
          <p:nvPr>
            <p:ph type="body" sz="quarter" idx="15"/>
          </p:nvPr>
        </p:nvSpPr>
        <p:spPr>
          <a:xfrm>
            <a:off x="6285157" y="2969987"/>
            <a:ext cx="5040809" cy="32784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a:xfrm>
            <a:off x="347132" y="6529916"/>
            <a:ext cx="3284341" cy="328084"/>
          </a:xfrm>
          <a:prstGeom prst="rect">
            <a:avLst/>
          </a:prstGeom>
        </p:spPr>
        <p:txBody>
          <a:bodyPr/>
          <a:lstStyle/>
          <a:p>
            <a:fld id="{01266551-E982-43FB-8EB6-73FB0E4FDF12}" type="datetime1">
              <a:rPr lang="en-US" smtClean="0"/>
              <a:t>6/9/2026</a:t>
            </a:fld>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12" name="Rectangle: Rounded Corners 11">
            <a:extLst>
              <a:ext uri="{FF2B5EF4-FFF2-40B4-BE49-F238E27FC236}">
                <a16:creationId xmlns:a16="http://schemas.microsoft.com/office/drawing/2014/main" id="{E69FD757-76AB-74D2-BF21-512AF236806B}"/>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9554312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7CF8608-BD7F-FDF6-C9FE-359BAFBCCEDE}"/>
              </a:ext>
            </a:extLst>
          </p:cNvPr>
          <p:cNvSpPr>
            <a:spLocks noGrp="1"/>
          </p:cNvSpPr>
          <p:nvPr>
            <p:ph type="title"/>
          </p:nvPr>
        </p:nvSpPr>
        <p:spPr>
          <a:xfrm>
            <a:off x="860893" y="907303"/>
            <a:ext cx="10465073" cy="1132258"/>
          </a:xfrm>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a:xfrm>
            <a:off x="347132" y="6529916"/>
            <a:ext cx="3284341" cy="328084"/>
          </a:xfrm>
          <a:prstGeom prst="rect">
            <a:avLst/>
          </a:prstGeom>
        </p:spPr>
        <p:txBody>
          <a:bodyPr/>
          <a:lstStyle/>
          <a:p>
            <a:fld id="{6F57FA73-4BE2-4237-90E8-28123CE1B9FA}" type="datetime1">
              <a:rPr lang="en-US" smtClean="0"/>
              <a:t>6/9/2026</a:t>
            </a:fld>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6" name="Rectangle: Rounded Corners 5">
            <a:extLst>
              <a:ext uri="{FF2B5EF4-FFF2-40B4-BE49-F238E27FC236}">
                <a16:creationId xmlns:a16="http://schemas.microsoft.com/office/drawing/2014/main" id="{144ABFCC-D627-9493-2426-A6E5682EEBD4}"/>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74781916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a:xfrm>
            <a:off x="347132" y="6529916"/>
            <a:ext cx="3284341" cy="328084"/>
          </a:xfrm>
          <a:prstGeom prst="rect">
            <a:avLst/>
          </a:prstGeom>
        </p:spPr>
        <p:txBody>
          <a:bodyPr/>
          <a:lstStyle/>
          <a:p>
            <a:fld id="{68BA1E88-22B3-4091-902C-19D6AD2267FE}" type="datetime1">
              <a:rPr lang="en-US" smtClean="0"/>
              <a:t>6/9/2026</a:t>
            </a:fld>
            <a:endParaRPr lang="en-US" dirty="0"/>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5" name="Rectangle: Rounded Corners 4">
            <a:extLst>
              <a:ext uri="{FF2B5EF4-FFF2-40B4-BE49-F238E27FC236}">
                <a16:creationId xmlns:a16="http://schemas.microsoft.com/office/drawing/2014/main" id="{694126D0-8C62-BE14-DAD7-1281C05B8DCA}"/>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22606931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12648" y="553616"/>
            <a:ext cx="3595634" cy="1757505"/>
          </a:xfrm>
        </p:spPr>
        <p:txBody>
          <a:bodyPr anchor="t">
            <a:normAutofit/>
          </a:bodyPr>
          <a:lstStyle>
            <a:lvl1pPr>
              <a:defRPr sz="2800"/>
            </a:lvl1p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12648" y="2311121"/>
            <a:ext cx="3595634" cy="3993263"/>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5"/>
            <a:ext cx="6440258" cy="5755109"/>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a:xfrm>
            <a:off x="347132" y="6529916"/>
            <a:ext cx="3284341" cy="328084"/>
          </a:xfrm>
          <a:prstGeom prst="rect">
            <a:avLst/>
          </a:prstGeom>
        </p:spPr>
        <p:txBody>
          <a:bodyPr/>
          <a:lstStyle/>
          <a:p>
            <a:fld id="{82EFC53A-E163-43E4-9309-C62B24E59229}" type="datetime1">
              <a:rPr lang="en-US" smtClean="0"/>
              <a:t>6/9/2026</a:t>
            </a:fld>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36875964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859536" y="1847088"/>
            <a:ext cx="7342307" cy="1133856"/>
          </a:xfrm>
        </p:spPr>
        <p:txBody>
          <a:bodyPr anchor="b">
            <a:noAutofit/>
          </a:bodyPr>
          <a:lstStyle>
            <a:lvl1pPr>
              <a:defRPr sz="6000">
                <a:latin typeface="+mj-lt"/>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859536" y="3594099"/>
            <a:ext cx="10472928" cy="2743200"/>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347132" y="6529916"/>
            <a:ext cx="3284341" cy="328084"/>
          </a:xfrm>
          <a:prstGeom prst="rect">
            <a:avLst/>
          </a:prstGeom>
        </p:spPr>
        <p:txBody>
          <a:bodyPr/>
          <a:lstStyle/>
          <a:p>
            <a:fld id="{F57D2C4C-3CEB-4A3F-A850-2A701BAB5B4F}" type="datetime1">
              <a:rPr lang="en-US" smtClean="0"/>
              <a:t>6/9/2026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sp>
        <p:nvSpPr>
          <p:cNvPr id="3" name="Rectangle: Rounded Corners 2">
            <a:extLst>
              <a:ext uri="{FF2B5EF4-FFF2-40B4-BE49-F238E27FC236}">
                <a16:creationId xmlns:a16="http://schemas.microsoft.com/office/drawing/2014/main" id="{60F630EC-9C35-9636-5C2F-9B305B2CCE3F}"/>
              </a:ext>
            </a:extLst>
          </p:cNvPr>
          <p:cNvSpPr/>
          <p:nvPr/>
        </p:nvSpPr>
        <p:spPr>
          <a:xfrm>
            <a:off x="347133" y="328084"/>
            <a:ext cx="11497734" cy="6201833"/>
          </a:xfrm>
          <a:prstGeom prst="roundRect">
            <a:avLst>
              <a:gd name="adj" fmla="val 3015"/>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463847988"/>
      </p:ext>
    </p:extLst>
  </p:cSld>
  <p:clrMapOvr>
    <a:overrideClrMapping bg1="lt1" tx1="dk1" bg2="lt2" tx2="dk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pic>
        <p:nvPicPr>
          <p:cNvPr id="8" name="Picture 7" descr="A purple circle with black background&#10;&#10;AI-generated content may be incorrect.">
            <a:extLst>
              <a:ext uri="{FF2B5EF4-FFF2-40B4-BE49-F238E27FC236}">
                <a16:creationId xmlns:a16="http://schemas.microsoft.com/office/drawing/2014/main" id="{515E74ED-2A6E-80D7-2247-FD12F261259F}"/>
              </a:ext>
            </a:extLst>
          </p:cNvPr>
          <p:cNvPicPr>
            <a:picLocks noChangeAspect="1"/>
          </p:cNvPicPr>
          <p:nvPr/>
        </p:nvPicPr>
        <p:blipFill>
          <a:blip r:embed="rId2">
            <a:extLst>
              <a:ext uri="{28A0092B-C50C-407E-A947-70E740481C1C}">
                <a14:useLocalDpi xmlns:a14="http://schemas.microsoft.com/office/drawing/2010/main" val="0"/>
              </a:ext>
            </a:extLst>
          </a:blip>
          <a:srcRect t="47100"/>
          <a:stretch/>
        </p:blipFill>
        <p:spPr>
          <a:xfrm>
            <a:off x="462641" y="0"/>
            <a:ext cx="8989429" cy="4755420"/>
          </a:xfrm>
          <a:prstGeom prst="rect">
            <a:avLst/>
          </a:prstGeom>
        </p:spPr>
      </p:pic>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830857" y="3603170"/>
            <a:ext cx="7014009" cy="1507672"/>
          </a:xfrm>
        </p:spPr>
        <p:txBody>
          <a:bodyPr anchor="b">
            <a:noAutofit/>
          </a:bodyPr>
          <a:lstStyle>
            <a:lvl1pPr>
              <a:defRPr sz="4500">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5484133" y="5480958"/>
            <a:ext cx="6360733" cy="744158"/>
          </a:xfrm>
        </p:spPr>
        <p:txBody>
          <a:bodyPr anchor="b">
            <a:noAutofit/>
          </a:bodyPr>
          <a:lstStyle>
            <a:lvl1pPr marL="0" indent="0">
              <a:lnSpc>
                <a:spcPct val="110000"/>
              </a:lnSpc>
              <a:buNone/>
              <a:defRPr sz="1800"/>
            </a:lvl1pPr>
            <a:lvl2pPr marL="228600" indent="0">
              <a:lnSpc>
                <a:spcPct val="110000"/>
              </a:lnSpc>
              <a:buNone/>
              <a:defRPr sz="1600"/>
            </a:lvl2pPr>
            <a:lvl3pPr marL="457200" indent="0">
              <a:buNone/>
              <a:defRPr sz="1400"/>
            </a:lvl3pPr>
            <a:lvl4pPr marL="685800" indent="0">
              <a:buNone/>
              <a:defRPr sz="1200"/>
            </a:lvl4pPr>
            <a:lvl5pPr marL="914400" indent="0">
              <a:buNone/>
              <a:defRPr sz="1100"/>
            </a:lvl5pPr>
          </a:lstStyle>
          <a:p>
            <a:pPr lvl="0"/>
            <a:r>
              <a:rPr lang="en-US"/>
              <a:t>Click to edit Master text styles</a:t>
            </a:r>
          </a:p>
          <a:p>
            <a:pPr lvl="1"/>
            <a:r>
              <a:rPr lang="en-US"/>
              <a:t>Second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347132" y="6529916"/>
            <a:ext cx="3284341" cy="328084"/>
          </a:xfrm>
          <a:prstGeom prst="rect">
            <a:avLst/>
          </a:prstGeom>
        </p:spPr>
        <p:txBody>
          <a:bodyPr/>
          <a:lstStyle/>
          <a:p>
            <a:fld id="{1ABC5762-7F5E-4C8D-B27D-8990A68BB18F}" type="datetime1">
              <a:rPr lang="en-US" smtClean="0"/>
              <a:t>6/9/2026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8660019" y="6529916"/>
            <a:ext cx="2805405" cy="328084"/>
          </a:xfrm>
          <a:prstGeom prst="rect">
            <a:avLst/>
          </a:prstGeom>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415660" y="6529916"/>
            <a:ext cx="429207" cy="328084"/>
          </a:xfrm>
          <a:prstGeom prst="rect">
            <a:avLst/>
          </a:prstGeom>
        </p:spPr>
        <p:txBody>
          <a:bodyPr/>
          <a:lstStyle/>
          <a:p>
            <a:fld id="{CC057153-B650-4DEB-B370-79DDCFDCE934}" type="slidenum">
              <a:rPr lang="en-US" smtClean="0"/>
              <a:t>‹#›</a:t>
            </a:fld>
            <a:endParaRPr lang="en-US" dirty="0"/>
          </a:p>
        </p:txBody>
      </p:sp>
      <p:cxnSp>
        <p:nvCxnSpPr>
          <p:cNvPr id="11" name="Straight Connector 10">
            <a:extLst>
              <a:ext uri="{FF2B5EF4-FFF2-40B4-BE49-F238E27FC236}">
                <a16:creationId xmlns:a16="http://schemas.microsoft.com/office/drawing/2014/main" id="{BB055BD5-F132-7EB0-787E-04988310DC8B}"/>
              </a:ext>
            </a:extLst>
          </p:cNvPr>
          <p:cNvCxnSpPr>
            <a:cxnSpLocks/>
          </p:cNvCxnSpPr>
          <p:nvPr/>
        </p:nvCxnSpPr>
        <p:spPr>
          <a:xfrm>
            <a:off x="4985657" y="5238749"/>
            <a:ext cx="0" cy="882741"/>
          </a:xfrm>
          <a:prstGeom prst="line">
            <a:avLst/>
          </a:prstGeom>
          <a:ln w="1905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21963226"/>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Autofit/>
          </a:bodyPr>
          <a:lstStyle/>
          <a:p>
            <a:r>
              <a:rPr lang="en-US" dirty="0"/>
              <a:t>Click to edit Master </a:t>
            </a:r>
            <a:br>
              <a:rPr lang="en-US" dirty="0"/>
            </a:br>
            <a:r>
              <a:rPr lang="en-US" dirty="0"/>
              <a:t>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347132" y="6529916"/>
            <a:ext cx="3284341" cy="328084"/>
          </a:xfrm>
          <a:prstGeom prst="rect">
            <a:avLst/>
          </a:prstGeom>
        </p:spPr>
        <p:txBody>
          <a:bodyPr vert="horz" lIns="91440" tIns="45720" rIns="91440" bIns="45720" rtlCol="0" anchor="ctr"/>
          <a:lstStyle>
            <a:lvl1pPr algn="l">
              <a:defRPr sz="900">
                <a:solidFill>
                  <a:schemeClr val="tx1"/>
                </a:solidFill>
              </a:defRPr>
            </a:lvl1pPr>
          </a:lstStyle>
          <a:p>
            <a:fld id="{665DFBE8-81F4-46A1-BB38-C49D79C4F68D}" type="datetime1">
              <a:rPr lang="en-US" smtClean="0"/>
              <a:t>6/9/2026</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660019" y="6529916"/>
            <a:ext cx="2805405" cy="328084"/>
          </a:xfrm>
          <a:prstGeom prst="rect">
            <a:avLst/>
          </a:prstGeom>
        </p:spPr>
        <p:txBody>
          <a:bodyPr vert="horz" lIns="91440" tIns="45720" rIns="91440" bIns="45720" rtlCol="0" anchor="ctr"/>
          <a:lstStyle>
            <a:lvl1pPr algn="r">
              <a:defRPr sz="900">
                <a:solidFill>
                  <a:schemeClr val="tx1"/>
                </a:solidFill>
              </a:defRPr>
            </a:lvl1pPr>
          </a:lstStyle>
          <a:p>
            <a:r>
              <a:rPr lang="en-US" dirty="0"/>
              <a:t>Sample Footer Text</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415660" y="6529916"/>
            <a:ext cx="429207" cy="328084"/>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dirty="0"/>
          </a:p>
        </p:txBody>
      </p:sp>
    </p:spTree>
    <p:extLst>
      <p:ext uri="{BB962C8B-B14F-4D97-AF65-F5344CB8AC3E}">
        <p14:creationId xmlns:p14="http://schemas.microsoft.com/office/powerpoint/2010/main" val="974754636"/>
      </p:ext>
    </p:extLst>
  </p:cSld>
  <p:clrMap bg1="lt1" tx1="dk1" bg2="lt2" tx2="dk2" accent1="accent1" accent2="accent2" accent3="accent3" accent4="accent4" accent5="accent5" accent6="accent6" hlink="hlink" folHlink="folHlink"/>
  <p:sldLayoutIdLst>
    <p:sldLayoutId id="2147483827" r:id="rId1"/>
    <p:sldLayoutId id="2147483828" r:id="rId2"/>
    <p:sldLayoutId id="2147483829" r:id="rId3"/>
    <p:sldLayoutId id="2147483830" r:id="rId4"/>
    <p:sldLayoutId id="2147483831" r:id="rId5"/>
    <p:sldLayoutId id="2147483832" r:id="rId6"/>
    <p:sldLayoutId id="2147483833" r:id="rId7"/>
    <p:sldLayoutId id="2147483834" r:id="rId8"/>
    <p:sldLayoutId id="2147483835" r:id="rId9"/>
    <p:sldLayoutId id="2147483836" r:id="rId10"/>
    <p:sldLayoutId id="2147483837" r:id="rId11"/>
    <p:sldLayoutId id="2147483838" r:id="rId12"/>
    <p:sldLayoutId id="2147483839" r:id="rId13"/>
    <p:sldLayoutId id="2147483840" r:id="rId14"/>
    <p:sldLayoutId id="2147483841" r:id="rId15"/>
    <p:sldLayoutId id="2147483842" r:id="rId16"/>
    <p:sldLayoutId id="2147483843" r:id="rId17"/>
    <p:sldLayoutId id="2147483844" r:id="rId18"/>
    <p:sldLayoutId id="2147483845" r:id="rId19"/>
    <p:sldLayoutId id="2147483846" r:id="rId20"/>
    <p:sldLayoutId id="2147483847" r:id="rId21"/>
    <p:sldLayoutId id="2147483848" r:id="rId22"/>
    <p:sldLayoutId id="2147483849" r:id="rId23"/>
    <p:sldLayoutId id="2147483850" r:id="rId24"/>
    <p:sldLayoutId id="2147483851" r:id="rId25"/>
    <p:sldLayoutId id="2147483852" r:id="rId26"/>
    <p:sldLayoutId id="2147483853" r:id="rId27"/>
    <p:sldLayoutId id="2147483854" r:id="rId28"/>
    <p:sldLayoutId id="2147483855" r:id="rId29"/>
    <p:sldLayoutId id="2147483856" r:id="rId30"/>
    <p:sldLayoutId id="2147483857" r:id="rId31"/>
    <p:sldLayoutId id="2147483858" r:id="rId32"/>
    <p:sldLayoutId id="2147483859" r:id="rId33"/>
    <p:sldLayoutId id="2147483860" r:id="rId34"/>
    <p:sldLayoutId id="2147483861" r:id="rId35"/>
    <p:sldLayoutId id="2147483862" r:id="rId36"/>
    <p:sldLayoutId id="2147483877" r:id="rId37"/>
    <p:sldLayoutId id="2147483863" r:id="rId38"/>
    <p:sldLayoutId id="2147483864" r:id="rId39"/>
    <p:sldLayoutId id="2147483865" r:id="rId40"/>
    <p:sldLayoutId id="2147483866" r:id="rId41"/>
    <p:sldLayoutId id="2147483867" r:id="rId42"/>
    <p:sldLayoutId id="2147483868" r:id="rId43"/>
    <p:sldLayoutId id="2147483869" r:id="rId44"/>
    <p:sldLayoutId id="2147483870" r:id="rId45"/>
    <p:sldLayoutId id="2147483871" r:id="rId46"/>
    <p:sldLayoutId id="2147483872" r:id="rId47"/>
    <p:sldLayoutId id="2147483873" r:id="rId48"/>
    <p:sldLayoutId id="2147483874" r:id="rId49"/>
    <p:sldLayoutId id="2147483875" r:id="rId50"/>
    <p:sldLayoutId id="2147483876" r:id="rId51"/>
    <p:sldLayoutId id="2147483878" r:id="rId52"/>
    <p:sldLayoutId id="2147483879" r:id="rId53"/>
  </p:sldLayoutIdLst>
  <p:hf sldNum="0" hdr="0" ftr="0" dt="0"/>
  <p:txStyles>
    <p:titleStyle>
      <a:lvl1pPr algn="l" defTabSz="914400" rtl="0" eaLnBrk="1" latinLnBrk="0" hangingPunct="1">
        <a:lnSpc>
          <a:spcPct val="80000"/>
        </a:lnSpc>
        <a:spcBef>
          <a:spcPct val="0"/>
        </a:spcBef>
        <a:buNone/>
        <a:defRPr sz="4500" b="0" kern="1200" cap="all" spc="50" baseline="0">
          <a:solidFill>
            <a:schemeClr val="tx1"/>
          </a:solidFill>
          <a:latin typeface="+mj-lt"/>
          <a:ea typeface="+mj-ea"/>
          <a:cs typeface="+mj-cs"/>
        </a:defRPr>
      </a:lvl1pPr>
    </p:titleStyle>
    <p:bodyStyle>
      <a:lvl1pPr marL="228600" indent="-228600" algn="l" defTabSz="914400" rtl="0" eaLnBrk="1" latinLnBrk="0" hangingPunct="1">
        <a:lnSpc>
          <a:spcPct val="140000"/>
        </a:lnSpc>
        <a:spcBef>
          <a:spcPts val="1000"/>
        </a:spcBef>
        <a:buFont typeface="Arial" panose="020B0604020202020204" pitchFamily="34" charset="0"/>
        <a:buChar char="•"/>
        <a:defRPr sz="1400" kern="1200">
          <a:solidFill>
            <a:schemeClr val="tx1"/>
          </a:solidFill>
          <a:latin typeface="+mn-lt"/>
          <a:ea typeface="+mn-ea"/>
          <a:cs typeface="+mn-cs"/>
        </a:defRPr>
      </a:lvl1pPr>
      <a:lvl2pPr marL="457200" indent="-228600" algn="l" defTabSz="914400" rtl="0" eaLnBrk="1" latinLnBrk="0" hangingPunct="1">
        <a:lnSpc>
          <a:spcPct val="140000"/>
        </a:lnSpc>
        <a:spcBef>
          <a:spcPts val="500"/>
        </a:spcBef>
        <a:buFont typeface="Arial" panose="020B0604020202020204" pitchFamily="34" charset="0"/>
        <a:buChar char="•"/>
        <a:defRPr sz="1200" kern="1200">
          <a:solidFill>
            <a:schemeClr val="tx1"/>
          </a:solidFill>
          <a:latin typeface="+mn-lt"/>
          <a:ea typeface="+mn-ea"/>
          <a:cs typeface="+mn-cs"/>
        </a:defRPr>
      </a:lvl2pPr>
      <a:lvl3pPr marL="685800" indent="-228600" algn="l" defTabSz="914400" rtl="0" eaLnBrk="1" latinLnBrk="0" hangingPunct="1">
        <a:lnSpc>
          <a:spcPct val="140000"/>
        </a:lnSpc>
        <a:spcBef>
          <a:spcPts val="500"/>
        </a:spcBef>
        <a:buFont typeface="Arial" panose="020B0604020202020204" pitchFamily="34" charset="0"/>
        <a:buChar char="•"/>
        <a:defRPr sz="1100" kern="1200">
          <a:solidFill>
            <a:schemeClr val="tx1"/>
          </a:solidFill>
          <a:latin typeface="+mn-lt"/>
          <a:ea typeface="+mn-ea"/>
          <a:cs typeface="+mn-cs"/>
        </a:defRPr>
      </a:lvl3pPr>
      <a:lvl4pPr marL="914400" indent="-228600" algn="l" defTabSz="914400" rtl="0" eaLnBrk="1" latinLnBrk="0" hangingPunct="1">
        <a:lnSpc>
          <a:spcPct val="140000"/>
        </a:lnSpc>
        <a:spcBef>
          <a:spcPts val="500"/>
        </a:spcBef>
        <a:buFont typeface="Arial" panose="020B0604020202020204" pitchFamily="34" charset="0"/>
        <a:buChar char="•"/>
        <a:defRPr sz="1050" kern="1200">
          <a:solidFill>
            <a:schemeClr val="tx1"/>
          </a:solidFill>
          <a:latin typeface="+mn-lt"/>
          <a:ea typeface="+mn-ea"/>
          <a:cs typeface="+mn-cs"/>
        </a:defRPr>
      </a:lvl4pPr>
      <a:lvl5pPr marL="1143000" indent="-228600" algn="l" defTabSz="914400" rtl="0" eaLnBrk="1" latinLnBrk="0" hangingPunct="1">
        <a:lnSpc>
          <a:spcPct val="140000"/>
        </a:lnSpc>
        <a:spcBef>
          <a:spcPts val="500"/>
        </a:spcBef>
        <a:buFont typeface="Arial" panose="020B0604020202020204" pitchFamily="34" charset="0"/>
        <a:buChar char="•"/>
        <a:defRPr sz="1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57989-07E4-B482-9F2A-EBF670F7FA92}"/>
              </a:ext>
            </a:extLst>
          </p:cNvPr>
          <p:cNvSpPr>
            <a:spLocks noGrp="1"/>
          </p:cNvSpPr>
          <p:nvPr>
            <p:ph type="title"/>
          </p:nvPr>
        </p:nvSpPr>
        <p:spPr>
          <a:xfrm>
            <a:off x="1930708" y="2481088"/>
            <a:ext cx="8686801" cy="2565902"/>
          </a:xfrm>
        </p:spPr>
        <p:txBody>
          <a:bodyPr>
            <a:noAutofit/>
          </a:bodyPr>
          <a:lstStyle/>
          <a:p>
            <a:r>
              <a:rPr lang="en-US" sz="4400"/>
              <a:t>Xây Dựng Hệ Thống Quản Lý Hồ Sơ Bệnh Nhân Sử Dụng Python và Mô Hình Kiến Trúc MVC</a:t>
            </a:r>
            <a:endParaRPr lang="en-US" sz="4400" dirty="0"/>
          </a:p>
        </p:txBody>
      </p:sp>
      <p:sp>
        <p:nvSpPr>
          <p:cNvPr id="3" name="Subtitle 2">
            <a:extLst>
              <a:ext uri="{FF2B5EF4-FFF2-40B4-BE49-F238E27FC236}">
                <a16:creationId xmlns:a16="http://schemas.microsoft.com/office/drawing/2014/main" id="{363CF5F8-0028-8636-5006-5D5C52B32774}"/>
              </a:ext>
            </a:extLst>
          </p:cNvPr>
          <p:cNvSpPr>
            <a:spLocks noGrp="1"/>
          </p:cNvSpPr>
          <p:nvPr>
            <p:ph type="body" sz="quarter" idx="13"/>
          </p:nvPr>
        </p:nvSpPr>
        <p:spPr>
          <a:xfrm>
            <a:off x="1442343" y="1036459"/>
            <a:ext cx="4605531" cy="1161310"/>
          </a:xfrm>
        </p:spPr>
        <p:txBody>
          <a:bodyPr>
            <a:noAutofit/>
          </a:bodyPr>
          <a:lstStyle/>
          <a:p>
            <a:r>
              <a:rPr lang="en-US" sz="1800" b="1">
                <a:latin typeface="FS PF BeauSans Pro" panose="02000500000000020004" pitchFamily="2" charset="0"/>
                <a:ea typeface="SRN CookieRun" panose="020B0600000101010101" pitchFamily="34" charset="-127"/>
              </a:rPr>
              <a:t>Nhóm: MT10A – Group 1 </a:t>
            </a:r>
            <a:br>
              <a:rPr lang="en-US" sz="1800" b="1">
                <a:latin typeface="FS PF BeauSans Pro" panose="02000500000000020004" pitchFamily="2" charset="0"/>
                <a:ea typeface="SRN CookieRun" panose="020B0600000101010101" pitchFamily="34" charset="-127"/>
              </a:rPr>
            </a:br>
            <a:r>
              <a:rPr lang="en-US" sz="1800" b="1">
                <a:latin typeface="FS PF BeauSans Pro" panose="02000500000000020004" pitchFamily="2" charset="0"/>
                <a:ea typeface="SRN CookieRun" panose="020B0600000101010101" pitchFamily="34" charset="-127"/>
              </a:rPr>
              <a:t>Giảng viên hướng dẫn: [Tên giảng viên] </a:t>
            </a:r>
            <a:br>
              <a:rPr lang="en-US" sz="1800" b="1">
                <a:latin typeface="FS PF BeauSans Pro" panose="02000500000000020004" pitchFamily="2" charset="0"/>
                <a:ea typeface="SRN CookieRun" panose="020B0600000101010101" pitchFamily="34" charset="-127"/>
              </a:rPr>
            </a:br>
            <a:r>
              <a:rPr lang="en-US" sz="1800" b="1">
                <a:latin typeface="FS PF BeauSans Pro" panose="02000500000000020004" pitchFamily="2" charset="0"/>
                <a:ea typeface="SRN CookieRun" panose="020B0600000101010101" pitchFamily="34" charset="-127"/>
              </a:rPr>
              <a:t>Năm học: 2025 – 2026</a:t>
            </a:r>
            <a:endParaRPr lang="en-US" sz="1800" b="1" dirty="0">
              <a:latin typeface="FS PF BeauSans Pro" panose="02000500000000020004" pitchFamily="2" charset="0"/>
              <a:ea typeface="SRN CookieRun" panose="020B0600000101010101" pitchFamily="34" charset="-127"/>
            </a:endParaRPr>
          </a:p>
        </p:txBody>
      </p:sp>
      <p:graphicFrame>
        <p:nvGraphicFramePr>
          <p:cNvPr id="4" name="Table 3">
            <a:extLst>
              <a:ext uri="{FF2B5EF4-FFF2-40B4-BE49-F238E27FC236}">
                <a16:creationId xmlns:a16="http://schemas.microsoft.com/office/drawing/2014/main" id="{1D413696-194C-E550-C754-140511C4D928}"/>
              </a:ext>
            </a:extLst>
          </p:cNvPr>
          <p:cNvGraphicFramePr>
            <a:graphicFrameLocks noGrp="1"/>
          </p:cNvGraphicFramePr>
          <p:nvPr>
            <p:extLst>
              <p:ext uri="{D42A27DB-BD31-4B8C-83A1-F6EECF244321}">
                <p14:modId xmlns:p14="http://schemas.microsoft.com/office/powerpoint/2010/main" val="317098379"/>
              </p:ext>
            </p:extLst>
          </p:nvPr>
        </p:nvGraphicFramePr>
        <p:xfrm>
          <a:off x="2032000" y="5821541"/>
          <a:ext cx="8128000" cy="6400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3443200441"/>
                    </a:ext>
                  </a:extLst>
                </a:gridCol>
                <a:gridCol w="2032000">
                  <a:extLst>
                    <a:ext uri="{9D8B030D-6E8A-4147-A177-3AD203B41FA5}">
                      <a16:colId xmlns:a16="http://schemas.microsoft.com/office/drawing/2014/main" val="4256872460"/>
                    </a:ext>
                  </a:extLst>
                </a:gridCol>
                <a:gridCol w="2032000">
                  <a:extLst>
                    <a:ext uri="{9D8B030D-6E8A-4147-A177-3AD203B41FA5}">
                      <a16:colId xmlns:a16="http://schemas.microsoft.com/office/drawing/2014/main" val="2474262606"/>
                    </a:ext>
                  </a:extLst>
                </a:gridCol>
                <a:gridCol w="2032000">
                  <a:extLst>
                    <a:ext uri="{9D8B030D-6E8A-4147-A177-3AD203B41FA5}">
                      <a16:colId xmlns:a16="http://schemas.microsoft.com/office/drawing/2014/main" val="3947095177"/>
                    </a:ext>
                  </a:extLst>
                </a:gridCol>
              </a:tblGrid>
              <a:tr h="370840">
                <a:tc>
                  <a:txBody>
                    <a:bodyPr/>
                    <a:lstStyle/>
                    <a:p>
                      <a:pPr algn="ctr"/>
                      <a:r>
                        <a:rPr lang="en-US">
                          <a:latin typeface="FS PF BeauSans Pro" panose="02000500000000020004" pitchFamily="2" charset="0"/>
                        </a:rPr>
                        <a:t>Đào Đức Phúc (50%)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a:latin typeface="FS PF BeauSans Pro" panose="02000500000000020004" pitchFamily="2" charset="0"/>
                        </a:rPr>
                        <a:t>Trần Khánh Nam (20%)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a:latin typeface="FS PF BeauSans Pro" panose="02000500000000020004" pitchFamily="2" charset="0"/>
                        </a:rPr>
                        <a:t>Vũ Hoàng Tuấn (15%)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a:latin typeface="FS PF BeauSans Pro" panose="02000500000000020004" pitchFamily="2" charset="0"/>
                        </a:rPr>
                        <a:t>Nguyễn Hải Nam (15%)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800306460"/>
                  </a:ext>
                </a:extLst>
              </a:tr>
            </a:tbl>
          </a:graphicData>
        </a:graphic>
      </p:graphicFrame>
    </p:spTree>
    <p:extLst>
      <p:ext uri="{BB962C8B-B14F-4D97-AF65-F5344CB8AC3E}">
        <p14:creationId xmlns:p14="http://schemas.microsoft.com/office/powerpoint/2010/main" val="17738313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FB56E-1A01-8D29-F217-638F3BEF697B}"/>
              </a:ext>
            </a:extLst>
          </p:cNvPr>
          <p:cNvSpPr>
            <a:spLocks noGrp="1"/>
          </p:cNvSpPr>
          <p:nvPr>
            <p:ph type="title"/>
          </p:nvPr>
        </p:nvSpPr>
        <p:spPr>
          <a:xfrm>
            <a:off x="907662" y="907302"/>
            <a:ext cx="6792548" cy="696909"/>
          </a:xfrm>
        </p:spPr>
        <p:txBody>
          <a:bodyPr/>
          <a:lstStyle/>
          <a:p>
            <a:r>
              <a:rPr lang="en-US" sz="4000"/>
              <a:t>Tổng Quan Đề Tài</a:t>
            </a:r>
            <a:endParaRPr lang="en-US" sz="4000" dirty="0"/>
          </a:p>
        </p:txBody>
      </p:sp>
      <p:sp>
        <p:nvSpPr>
          <p:cNvPr id="3" name="Content Placeholder 2">
            <a:extLst>
              <a:ext uri="{FF2B5EF4-FFF2-40B4-BE49-F238E27FC236}">
                <a16:creationId xmlns:a16="http://schemas.microsoft.com/office/drawing/2014/main" id="{8DE9521F-CC42-235E-F804-B826A36205D1}"/>
              </a:ext>
            </a:extLst>
          </p:cNvPr>
          <p:cNvSpPr>
            <a:spLocks noGrp="1"/>
          </p:cNvSpPr>
          <p:nvPr>
            <p:ph sz="quarter" idx="14"/>
          </p:nvPr>
        </p:nvSpPr>
        <p:spPr>
          <a:xfrm>
            <a:off x="859536" y="1909011"/>
            <a:ext cx="10257643" cy="4363452"/>
          </a:xfrm>
        </p:spPr>
        <p:txBody>
          <a:bodyPr>
            <a:normAutofit fontScale="92500" lnSpcReduction="20000"/>
          </a:bodyPr>
          <a:lstStyle/>
          <a:p>
            <a:pPr marL="0" indent="0">
              <a:buNone/>
            </a:pPr>
            <a:r>
              <a:rPr lang="en-US" sz="2000" b="1">
                <a:latin typeface="FS PF BeauSans Pro" panose="02000500000000020004" pitchFamily="2" charset="0"/>
              </a:rPr>
              <a:t>Vấn đề đặt ra:</a:t>
            </a:r>
            <a:br>
              <a:rPr lang="en-US" sz="2000" b="1">
                <a:latin typeface="FS PF BeauSans Pro" panose="02000500000000020004" pitchFamily="2" charset="0"/>
              </a:rPr>
            </a:br>
            <a:r>
              <a:rPr lang="en-US" sz="1800">
                <a:latin typeface="FS PF BeauSans Pro" panose="02000500000000020004" pitchFamily="2" charset="0"/>
              </a:rPr>
              <a:t>Các phòng khám nhỏ vẫn quản lý hồ sơ bệnh nhân thủ công trên giấy tờ hoặc bảng tính đơn giản, dẫn đến mất thời gian tra cứu, dễ thất lạc dữ liệu và không thể thống kê hiệu quả.</a:t>
            </a:r>
          </a:p>
          <a:p>
            <a:pPr marL="0" indent="0">
              <a:buNone/>
            </a:pPr>
            <a:r>
              <a:rPr lang="en-US" sz="2400" b="1">
                <a:latin typeface="FS PF BeauSans Pro" panose="02000500000000020004" pitchFamily="2" charset="0"/>
              </a:rPr>
              <a:t>Mục tiêu:</a:t>
            </a:r>
            <a:br>
              <a:rPr lang="en-US" sz="2400" b="1">
                <a:latin typeface="FS PF BeauSans Pro" panose="02000500000000020004" pitchFamily="2" charset="0"/>
              </a:rPr>
            </a:br>
            <a:r>
              <a:rPr lang="en-US" sz="1800">
                <a:latin typeface="FS PF BeauSans Pro" panose="02000500000000020004" pitchFamily="2" charset="0"/>
              </a:rPr>
              <a:t>Xây dựng phần mềm desktop chạy offline, không cần máy chủ hay Internet, thân thiện với người dùng không có chuyên môn IT.</a:t>
            </a:r>
          </a:p>
          <a:p>
            <a:pPr marL="0" indent="0">
              <a:buNone/>
            </a:pPr>
            <a:r>
              <a:rPr lang="en-US" sz="2400" b="1">
                <a:latin typeface="FS PF BeauSans Pro" panose="02000500000000020004" pitchFamily="2" charset="0"/>
              </a:rPr>
              <a:t>Phạm vi:</a:t>
            </a:r>
            <a:br>
              <a:rPr lang="en-US" sz="2400" b="1">
                <a:latin typeface="FS PF BeauSans Pro" panose="02000500000000020004" pitchFamily="2" charset="0"/>
              </a:rPr>
            </a:br>
            <a:r>
              <a:rPr lang="en-US" sz="1800">
                <a:latin typeface="FS PF BeauSans Pro" panose="02000500000000020004" pitchFamily="2" charset="0"/>
              </a:rPr>
              <a:t>Ứng dụng phục vụ một phòng khám đơn lẻ, tập trung vào ba nghiệp vụ cốt lõi: Quản lý hồ sơ bệnh nhân – Thống kê báo cáo – Lịch tái khám</a:t>
            </a:r>
          </a:p>
          <a:p>
            <a:pPr marL="0" indent="0">
              <a:buNone/>
            </a:pPr>
            <a:r>
              <a:rPr lang="en-US" sz="2400" b="1">
                <a:latin typeface="FS PF BeauSans Pro" panose="02000500000000020004" pitchFamily="2" charset="0"/>
              </a:rPr>
              <a:t>Công nghệ sử dụng:</a:t>
            </a:r>
            <a:br>
              <a:rPr lang="en-US" sz="2400" b="1">
                <a:latin typeface="FS PF BeauSans Pro" panose="02000500000000020004" pitchFamily="2" charset="0"/>
              </a:rPr>
            </a:br>
            <a:r>
              <a:rPr lang="en-US" sz="1800">
                <a:latin typeface="FS PF BeauSans Pro" panose="02000500000000020004" pitchFamily="2" charset="0"/>
              </a:rPr>
              <a:t>Python 3.14 · Tkinter/ttk · SQLite3 · Matplotlib</a:t>
            </a:r>
          </a:p>
        </p:txBody>
      </p:sp>
    </p:spTree>
    <p:extLst>
      <p:ext uri="{BB962C8B-B14F-4D97-AF65-F5344CB8AC3E}">
        <p14:creationId xmlns:p14="http://schemas.microsoft.com/office/powerpoint/2010/main" val="20020218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092E40-E763-FECD-5D25-0CE21B3C41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6FE869-2942-A6E6-1644-6DD8D311EDD7}"/>
              </a:ext>
            </a:extLst>
          </p:cNvPr>
          <p:cNvSpPr>
            <a:spLocks noGrp="1"/>
          </p:cNvSpPr>
          <p:nvPr>
            <p:ph type="title"/>
          </p:nvPr>
        </p:nvSpPr>
        <p:spPr>
          <a:xfrm>
            <a:off x="907661" y="907302"/>
            <a:ext cx="10770991" cy="696909"/>
          </a:xfrm>
        </p:spPr>
        <p:txBody>
          <a:bodyPr/>
          <a:lstStyle/>
          <a:p>
            <a:r>
              <a:rPr lang="en-US" sz="4000"/>
              <a:t>Kiến Trúc Hệ Thống – Mô Hình MVC</a:t>
            </a:r>
            <a:endParaRPr lang="en-US" sz="4000" dirty="0"/>
          </a:p>
        </p:txBody>
      </p:sp>
      <p:sp>
        <p:nvSpPr>
          <p:cNvPr id="3" name="Content Placeholder 2">
            <a:extLst>
              <a:ext uri="{FF2B5EF4-FFF2-40B4-BE49-F238E27FC236}">
                <a16:creationId xmlns:a16="http://schemas.microsoft.com/office/drawing/2014/main" id="{E34F082F-C941-1E1D-2BB6-526873C92757}"/>
              </a:ext>
            </a:extLst>
          </p:cNvPr>
          <p:cNvSpPr>
            <a:spLocks noGrp="1"/>
          </p:cNvSpPr>
          <p:nvPr>
            <p:ph sz="quarter" idx="14"/>
          </p:nvPr>
        </p:nvSpPr>
        <p:spPr>
          <a:xfrm>
            <a:off x="859536" y="1909011"/>
            <a:ext cx="10257643" cy="4363452"/>
          </a:xfrm>
        </p:spPr>
        <p:txBody>
          <a:bodyPr>
            <a:normAutofit/>
          </a:bodyPr>
          <a:lstStyle/>
          <a:p>
            <a:pPr marL="0" indent="0">
              <a:buNone/>
            </a:pPr>
            <a:r>
              <a:rPr lang="en-US" sz="2400" b="1">
                <a:latin typeface="FS PF BeauSans Pro" panose="02000500000000020004" pitchFamily="2" charset="0"/>
              </a:rPr>
              <a:t>Ứng dụng được xây dựng theo mô hình MVC gồm 3 tầng tách biệt:</a:t>
            </a:r>
          </a:p>
          <a:p>
            <a:r>
              <a:rPr lang="en-US" sz="2000">
                <a:latin typeface="FS PF BeauSans Pro" panose="02000500000000020004" pitchFamily="2" charset="0"/>
              </a:rPr>
              <a:t>Model: Quản lý toàn bộ dữ liệu, giao tiếp với cơ sở dữ liệu SQLite</a:t>
            </a:r>
          </a:p>
          <a:p>
            <a:r>
              <a:rPr lang="en-US" sz="2000">
                <a:latin typeface="FS PF BeauSans Pro" panose="02000500000000020004" pitchFamily="2" charset="0"/>
              </a:rPr>
              <a:t>View: Hiển thị giao diện, gồm 3 tab — Quản lý bệnh nhân, Thống kê, Lịch tái khám</a:t>
            </a:r>
          </a:p>
          <a:p>
            <a:r>
              <a:rPr lang="en-US" sz="2000">
                <a:latin typeface="FS PF BeauSans Pro" panose="02000500000000020004" pitchFamily="2" charset="0"/>
              </a:rPr>
              <a:t>Controller: Nhận sự kiện từ View, gọi Model xử lý, trả kết quả lại View</a:t>
            </a:r>
          </a:p>
          <a:p>
            <a:pPr marL="0" indent="0">
              <a:buNone/>
            </a:pPr>
            <a:r>
              <a:rPr lang="en-US" sz="2400" b="1">
                <a:latin typeface="FS PF BeauSans Pro" panose="02000500000000020004" pitchFamily="2" charset="0"/>
              </a:rPr>
              <a:t>Ngoài ra có 2 module hỗ trợ: </a:t>
            </a:r>
          </a:p>
          <a:p>
            <a:r>
              <a:rPr lang="en-US" sz="2000">
                <a:latin typeface="FS PF BeauSans Pro" panose="02000500000000020004" pitchFamily="2" charset="0"/>
              </a:rPr>
              <a:t>ThemeManager — quản lý chế độ giao diện sáng/tối </a:t>
            </a:r>
          </a:p>
          <a:p>
            <a:r>
              <a:rPr lang="en-US" sz="2000">
                <a:latin typeface="FS PF BeauSans Pro" panose="02000500000000020004" pitchFamily="2" charset="0"/>
              </a:rPr>
              <a:t>Helpers — xử lý tìm kiếm tiếng Việt không dấu</a:t>
            </a:r>
          </a:p>
        </p:txBody>
      </p:sp>
    </p:spTree>
    <p:extLst>
      <p:ext uri="{BB962C8B-B14F-4D97-AF65-F5344CB8AC3E}">
        <p14:creationId xmlns:p14="http://schemas.microsoft.com/office/powerpoint/2010/main" val="6478769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989DF-5FFD-3C62-70A7-015F9BEA69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979584-813E-791C-FD4C-55135EC73060}"/>
              </a:ext>
            </a:extLst>
          </p:cNvPr>
          <p:cNvSpPr>
            <a:spLocks noGrp="1"/>
          </p:cNvSpPr>
          <p:nvPr>
            <p:ph type="title"/>
          </p:nvPr>
        </p:nvSpPr>
        <p:spPr>
          <a:xfrm>
            <a:off x="907661" y="907302"/>
            <a:ext cx="10770991" cy="696909"/>
          </a:xfrm>
        </p:spPr>
        <p:txBody>
          <a:bodyPr/>
          <a:lstStyle/>
          <a:p>
            <a:r>
              <a:rPr lang="en-US" sz="4000"/>
              <a:t>CHỨC NĂNG CHÍNH</a:t>
            </a:r>
            <a:endParaRPr lang="en-US" sz="4000" dirty="0"/>
          </a:p>
        </p:txBody>
      </p:sp>
      <p:sp>
        <p:nvSpPr>
          <p:cNvPr id="3" name="Content Placeholder 2">
            <a:extLst>
              <a:ext uri="{FF2B5EF4-FFF2-40B4-BE49-F238E27FC236}">
                <a16:creationId xmlns:a16="http://schemas.microsoft.com/office/drawing/2014/main" id="{E5E512FF-66F8-F6DF-9832-2E79434B60EB}"/>
              </a:ext>
            </a:extLst>
          </p:cNvPr>
          <p:cNvSpPr>
            <a:spLocks noGrp="1"/>
          </p:cNvSpPr>
          <p:nvPr>
            <p:ph sz="quarter" idx="14"/>
          </p:nvPr>
        </p:nvSpPr>
        <p:spPr>
          <a:xfrm>
            <a:off x="859536" y="1909011"/>
            <a:ext cx="5781896" cy="4363452"/>
          </a:xfrm>
        </p:spPr>
        <p:txBody>
          <a:bodyPr>
            <a:normAutofit fontScale="85000" lnSpcReduction="20000"/>
          </a:bodyPr>
          <a:lstStyle/>
          <a:p>
            <a:pPr marL="0" indent="0">
              <a:spcBef>
                <a:spcPts val="600"/>
              </a:spcBef>
              <a:buNone/>
            </a:pPr>
            <a:r>
              <a:rPr lang="en-US" sz="2800" b="1">
                <a:latin typeface="FS PF BeauSans Pro" panose="02000500000000020004" pitchFamily="2" charset="0"/>
              </a:rPr>
              <a:t>Quản lý hồ sơ bệnh nhân:</a:t>
            </a:r>
          </a:p>
          <a:p>
            <a:pPr>
              <a:spcBef>
                <a:spcPts val="600"/>
              </a:spcBef>
            </a:pPr>
            <a:r>
              <a:rPr lang="en-US" sz="2400">
                <a:latin typeface="FS PF BeauSans Pro" panose="02000500000000020004" pitchFamily="2" charset="0"/>
              </a:rPr>
              <a:t>Thêm, sửa, xóa hồ sơ</a:t>
            </a:r>
          </a:p>
          <a:p>
            <a:pPr>
              <a:spcBef>
                <a:spcPts val="600"/>
              </a:spcBef>
            </a:pPr>
            <a:r>
              <a:rPr lang="en-US" sz="2400">
                <a:latin typeface="FS PF BeauSans Pro" panose="02000500000000020004" pitchFamily="2" charset="0"/>
              </a:rPr>
              <a:t>Tìm kiếm theo tên hoặc số điện thoại</a:t>
            </a:r>
          </a:p>
          <a:p>
            <a:pPr>
              <a:spcBef>
                <a:spcPts val="600"/>
              </a:spcBef>
            </a:pPr>
            <a:r>
              <a:rPr lang="en-US" sz="2400">
                <a:latin typeface="FS PF BeauSans Pro" panose="02000500000000020004" pitchFamily="2" charset="0"/>
              </a:rPr>
              <a:t>Xuất và nhập danh sách qua file CSV </a:t>
            </a:r>
          </a:p>
          <a:p>
            <a:pPr>
              <a:spcBef>
                <a:spcPts val="600"/>
              </a:spcBef>
            </a:pPr>
            <a:r>
              <a:rPr lang="en-US" sz="2400">
                <a:latin typeface="FS PF BeauSans Pro" panose="02000500000000020004" pitchFamily="2" charset="0"/>
              </a:rPr>
              <a:t>Sao lưu và phục hồi dữ liệu</a:t>
            </a:r>
          </a:p>
          <a:p>
            <a:pPr marL="0" indent="0">
              <a:spcBef>
                <a:spcPts val="600"/>
              </a:spcBef>
              <a:buNone/>
            </a:pPr>
            <a:r>
              <a:rPr lang="en-US" sz="2800" b="1">
                <a:latin typeface="FS PF BeauSans Pro" panose="02000500000000020004" pitchFamily="2" charset="0"/>
              </a:rPr>
              <a:t>Lịch tái khám:</a:t>
            </a:r>
          </a:p>
          <a:p>
            <a:pPr>
              <a:spcBef>
                <a:spcPts val="600"/>
              </a:spcBef>
            </a:pPr>
            <a:r>
              <a:rPr lang="en-US" sz="2400">
                <a:latin typeface="FS PF BeauSans Pro" panose="02000500000000020004" pitchFamily="2" charset="0"/>
              </a:rPr>
              <a:t>Đặt lịch nhanh cho bệnh nhân</a:t>
            </a:r>
          </a:p>
          <a:p>
            <a:pPr>
              <a:spcBef>
                <a:spcPts val="600"/>
              </a:spcBef>
            </a:pPr>
            <a:r>
              <a:rPr lang="en-US" sz="2400">
                <a:latin typeface="FS PF BeauSans Pro" panose="02000500000000020004" pitchFamily="2" charset="0"/>
              </a:rPr>
              <a:t>Phân biệt trạng thái quá hạn, hôm nay, sắp tới</a:t>
            </a:r>
          </a:p>
          <a:p>
            <a:pPr>
              <a:spcBef>
                <a:spcPts val="600"/>
              </a:spcBef>
            </a:pPr>
            <a:r>
              <a:rPr lang="en-US" sz="2400">
                <a:latin typeface="FS PF BeauSans Pro" panose="02000500000000020004" pitchFamily="2" charset="0"/>
              </a:rPr>
              <a:t>Tự động xóa lịch khi xóa bệnh nhân</a:t>
            </a:r>
          </a:p>
        </p:txBody>
      </p:sp>
      <p:sp>
        <p:nvSpPr>
          <p:cNvPr id="4" name="TextBox 3">
            <a:extLst>
              <a:ext uri="{FF2B5EF4-FFF2-40B4-BE49-F238E27FC236}">
                <a16:creationId xmlns:a16="http://schemas.microsoft.com/office/drawing/2014/main" id="{3432CD1B-468F-97B9-45FA-9B132EFA45A0}"/>
              </a:ext>
            </a:extLst>
          </p:cNvPr>
          <p:cNvSpPr txBox="1"/>
          <p:nvPr/>
        </p:nvSpPr>
        <p:spPr>
          <a:xfrm>
            <a:off x="6946232" y="1909011"/>
            <a:ext cx="4732420" cy="2385268"/>
          </a:xfrm>
          <a:prstGeom prst="rect">
            <a:avLst/>
          </a:prstGeom>
          <a:noFill/>
        </p:spPr>
        <p:txBody>
          <a:bodyPr wrap="square" rtlCol="0">
            <a:spAutoFit/>
          </a:bodyPr>
          <a:lstStyle/>
          <a:p>
            <a:pPr>
              <a:spcBef>
                <a:spcPts val="600"/>
              </a:spcBef>
            </a:pPr>
            <a:r>
              <a:rPr lang="en-US" sz="2400" b="1">
                <a:latin typeface="FS PF BeauSans Pro" panose="02000500000000020004" pitchFamily="2" charset="0"/>
              </a:rPr>
              <a:t>Thống kê và báo cáo:</a:t>
            </a:r>
          </a:p>
          <a:p>
            <a:pPr marL="285750" indent="-285750">
              <a:spcBef>
                <a:spcPts val="600"/>
              </a:spcBef>
              <a:buFont typeface="Arial" panose="020B0604020202020204" pitchFamily="34" charset="0"/>
              <a:buChar char="•"/>
            </a:pPr>
            <a:r>
              <a:rPr lang="en-US" sz="2000">
                <a:latin typeface="FS PF BeauSans Pro" panose="02000500000000020004" pitchFamily="2" charset="0"/>
              </a:rPr>
              <a:t>Biểu đồ phân bố giới tính </a:t>
            </a:r>
          </a:p>
          <a:p>
            <a:pPr marL="285750" indent="-285750">
              <a:spcBef>
                <a:spcPts val="600"/>
              </a:spcBef>
              <a:buFont typeface="Arial" panose="020B0604020202020204" pitchFamily="34" charset="0"/>
              <a:buChar char="•"/>
            </a:pPr>
            <a:r>
              <a:rPr lang="en-US" sz="2000">
                <a:latin typeface="FS PF BeauSans Pro" panose="02000500000000020004" pitchFamily="2" charset="0"/>
              </a:rPr>
              <a:t>Top bệnh phổ biến </a:t>
            </a:r>
          </a:p>
          <a:p>
            <a:pPr marL="285750" indent="-285750">
              <a:spcBef>
                <a:spcPts val="600"/>
              </a:spcBef>
              <a:buFont typeface="Arial" panose="020B0604020202020204" pitchFamily="34" charset="0"/>
              <a:buChar char="•"/>
            </a:pPr>
            <a:r>
              <a:rPr lang="en-US" sz="2000">
                <a:latin typeface="FS PF BeauSans Pro" panose="02000500000000020004" pitchFamily="2" charset="0"/>
              </a:rPr>
              <a:t>Phân loại chỉ số BMI</a:t>
            </a:r>
          </a:p>
          <a:p>
            <a:pPr marL="285750" indent="-285750">
              <a:spcBef>
                <a:spcPts val="600"/>
              </a:spcBef>
              <a:buFont typeface="Arial" panose="020B0604020202020204" pitchFamily="34" charset="0"/>
              <a:buChar char="•"/>
            </a:pPr>
            <a:r>
              <a:rPr lang="en-US" sz="2000">
                <a:latin typeface="FS PF BeauSans Pro" panose="02000500000000020004" pitchFamily="2" charset="0"/>
              </a:rPr>
              <a:t>Lượt khám theo từng tháng</a:t>
            </a:r>
          </a:p>
          <a:p>
            <a:pPr marL="285750" indent="-285750">
              <a:spcBef>
                <a:spcPts val="600"/>
              </a:spcBef>
              <a:buFont typeface="Arial" panose="020B0604020202020204" pitchFamily="34" charset="0"/>
              <a:buChar char="•"/>
            </a:pPr>
            <a:r>
              <a:rPr lang="en-US" sz="2000">
                <a:latin typeface="FS PF BeauSans Pro" panose="02000500000000020004" pitchFamily="2" charset="0"/>
              </a:rPr>
              <a:t>Xuất biểu đồ ra ảnh PNG</a:t>
            </a:r>
          </a:p>
        </p:txBody>
      </p:sp>
    </p:spTree>
    <p:extLst>
      <p:ext uri="{BB962C8B-B14F-4D97-AF65-F5344CB8AC3E}">
        <p14:creationId xmlns:p14="http://schemas.microsoft.com/office/powerpoint/2010/main" val="16222473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DB7BC-82F6-26E4-A2DE-FF08DCF83A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5C56E1-CFEB-AE8A-0F18-9501A34F9F5A}"/>
              </a:ext>
            </a:extLst>
          </p:cNvPr>
          <p:cNvSpPr>
            <a:spLocks noGrp="1"/>
          </p:cNvSpPr>
          <p:nvPr>
            <p:ph type="title"/>
          </p:nvPr>
        </p:nvSpPr>
        <p:spPr>
          <a:xfrm>
            <a:off x="907661" y="907302"/>
            <a:ext cx="10770991" cy="696909"/>
          </a:xfrm>
        </p:spPr>
        <p:txBody>
          <a:bodyPr/>
          <a:lstStyle/>
          <a:p>
            <a:r>
              <a:rPr lang="en-US"/>
              <a:t>KỸ THUẬT VÀ KẾT QUẢ</a:t>
            </a:r>
            <a:endParaRPr lang="en-US" dirty="0"/>
          </a:p>
        </p:txBody>
      </p:sp>
      <p:sp>
        <p:nvSpPr>
          <p:cNvPr id="3" name="Content Placeholder 2">
            <a:extLst>
              <a:ext uri="{FF2B5EF4-FFF2-40B4-BE49-F238E27FC236}">
                <a16:creationId xmlns:a16="http://schemas.microsoft.com/office/drawing/2014/main" id="{00CBD839-A439-7058-4BA6-2E8C59D4310F}"/>
              </a:ext>
            </a:extLst>
          </p:cNvPr>
          <p:cNvSpPr>
            <a:spLocks noGrp="1"/>
          </p:cNvSpPr>
          <p:nvPr>
            <p:ph sz="quarter" idx="14"/>
          </p:nvPr>
        </p:nvSpPr>
        <p:spPr>
          <a:xfrm>
            <a:off x="859536" y="1909011"/>
            <a:ext cx="10257643" cy="4363452"/>
          </a:xfrm>
        </p:spPr>
        <p:txBody>
          <a:bodyPr>
            <a:normAutofit fontScale="92500" lnSpcReduction="10000"/>
          </a:bodyPr>
          <a:lstStyle/>
          <a:p>
            <a:pPr marL="0" indent="0">
              <a:buNone/>
            </a:pPr>
            <a:r>
              <a:rPr lang="en-US" sz="2600" b="1">
                <a:latin typeface="FS PF BeauSans Pro" panose="02000500000000020004" pitchFamily="2" charset="0"/>
              </a:rPr>
              <a:t>Kỹ thuật nổi bật: </a:t>
            </a:r>
          </a:p>
          <a:p>
            <a:r>
              <a:rPr lang="en-US" sz="2200">
                <a:latin typeface="FS PF BeauSans Pro" panose="02000500000000020004" pitchFamily="2" charset="0"/>
              </a:rPr>
              <a:t>Tìm kiếm không dấu tiếng Việt — gõ "nguyen van" vẫn ra "Nguyễn Văn" </a:t>
            </a:r>
          </a:p>
          <a:p>
            <a:r>
              <a:rPr lang="en-US" sz="2200">
                <a:latin typeface="FS PF BeauSans Pro" panose="02000500000000020004" pitchFamily="2" charset="0"/>
              </a:rPr>
              <a:t>Xử lý đa luồng — ứng dụng không bị đơ khi tải dữ liệu lớn </a:t>
            </a:r>
          </a:p>
          <a:p>
            <a:r>
              <a:rPr lang="en-US" sz="2200">
                <a:latin typeface="FS PF BeauSans Pro" panose="02000500000000020004" pitchFamily="2" charset="0"/>
              </a:rPr>
              <a:t>Giao diện tự chuyển sáng/tối theo giờ hoặc theo cài đặt của máy</a:t>
            </a:r>
          </a:p>
          <a:p>
            <a:pPr marL="0" indent="0">
              <a:buNone/>
            </a:pPr>
            <a:r>
              <a:rPr lang="en-US" sz="2600" b="1">
                <a:latin typeface="FS PF BeauSans Pro" panose="02000500000000020004" pitchFamily="2" charset="0"/>
              </a:rPr>
              <a:t>Kết quả kiểm thử: </a:t>
            </a:r>
          </a:p>
          <a:p>
            <a:r>
              <a:rPr lang="en-US" sz="2200">
                <a:latin typeface="FS PF BeauSans Pro" panose="02000500000000020004" pitchFamily="2" charset="0"/>
              </a:rPr>
              <a:t>Chạy ổn định với 10.000 bệnh nhân </a:t>
            </a:r>
          </a:p>
          <a:p>
            <a:r>
              <a:rPr lang="en-US" sz="2200">
                <a:latin typeface="FS PF BeauSans Pro" panose="02000500000000020004" pitchFamily="2" charset="0"/>
              </a:rPr>
              <a:t>Tốc độ tải danh sách dưới 2 giây </a:t>
            </a:r>
          </a:p>
          <a:p>
            <a:r>
              <a:rPr lang="en-US" sz="2200">
                <a:latin typeface="FS PF BeauSans Pro" panose="02000500000000020004" pitchFamily="2" charset="0"/>
              </a:rPr>
              <a:t>Hoạt động tốt trên Windows, macOS và Linux</a:t>
            </a:r>
          </a:p>
        </p:txBody>
      </p:sp>
    </p:spTree>
    <p:extLst>
      <p:ext uri="{BB962C8B-B14F-4D97-AF65-F5344CB8AC3E}">
        <p14:creationId xmlns:p14="http://schemas.microsoft.com/office/powerpoint/2010/main" val="26682564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B7158-F26E-8BFB-7B85-AF59690B2E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F07C7D-4A49-3E53-F710-3D65E5832DF6}"/>
              </a:ext>
            </a:extLst>
          </p:cNvPr>
          <p:cNvSpPr>
            <a:spLocks noGrp="1"/>
          </p:cNvSpPr>
          <p:nvPr>
            <p:ph type="title"/>
          </p:nvPr>
        </p:nvSpPr>
        <p:spPr>
          <a:xfrm>
            <a:off x="907661" y="907302"/>
            <a:ext cx="10770991" cy="696909"/>
          </a:xfrm>
        </p:spPr>
        <p:txBody>
          <a:bodyPr/>
          <a:lstStyle/>
          <a:p>
            <a:r>
              <a:rPr lang="en-US"/>
              <a:t>KẾT LUẬN</a:t>
            </a:r>
            <a:endParaRPr lang="en-US" dirty="0"/>
          </a:p>
        </p:txBody>
      </p:sp>
      <p:sp>
        <p:nvSpPr>
          <p:cNvPr id="3" name="Content Placeholder 2">
            <a:extLst>
              <a:ext uri="{FF2B5EF4-FFF2-40B4-BE49-F238E27FC236}">
                <a16:creationId xmlns:a16="http://schemas.microsoft.com/office/drawing/2014/main" id="{00F10A64-535D-0AA7-5600-300CF2559F6D}"/>
              </a:ext>
            </a:extLst>
          </p:cNvPr>
          <p:cNvSpPr>
            <a:spLocks noGrp="1"/>
          </p:cNvSpPr>
          <p:nvPr>
            <p:ph sz="quarter" idx="14"/>
          </p:nvPr>
        </p:nvSpPr>
        <p:spPr>
          <a:xfrm>
            <a:off x="907661" y="1732548"/>
            <a:ext cx="5188339" cy="4363452"/>
          </a:xfrm>
        </p:spPr>
        <p:txBody>
          <a:bodyPr>
            <a:noAutofit/>
          </a:bodyPr>
          <a:lstStyle/>
          <a:p>
            <a:pPr marL="0" indent="0">
              <a:lnSpc>
                <a:spcPct val="100000"/>
              </a:lnSpc>
              <a:spcBef>
                <a:spcPts val="0"/>
              </a:spcBef>
              <a:buNone/>
            </a:pPr>
            <a:r>
              <a:rPr lang="en-US" sz="2400" b="1">
                <a:latin typeface="FS PF BeauSans Pro" panose="02000500000000020004" pitchFamily="2" charset="0"/>
              </a:rPr>
              <a:t>Kết quả đạt được</a:t>
            </a:r>
          </a:p>
          <a:p>
            <a:pPr>
              <a:lnSpc>
                <a:spcPct val="100000"/>
              </a:lnSpc>
              <a:spcBef>
                <a:spcPts val="0"/>
              </a:spcBef>
            </a:pPr>
            <a:r>
              <a:rPr lang="vi-VN" sz="1800">
                <a:latin typeface="FS PF BeauSans Pro" panose="02000500000000020004" pitchFamily="2" charset="0"/>
              </a:rPr>
              <a:t>Ứng dụng hoàn thành đủ 3 chức năng: quản lý hồ sơ, thống kê và lịch tái khám </a:t>
            </a:r>
          </a:p>
          <a:p>
            <a:pPr>
              <a:lnSpc>
                <a:spcPct val="100000"/>
              </a:lnSpc>
              <a:spcBef>
                <a:spcPts val="0"/>
              </a:spcBef>
            </a:pPr>
            <a:r>
              <a:rPr lang="vi-VN" sz="1800">
                <a:latin typeface="FS PF BeauSans Pro" panose="02000500000000020004" pitchFamily="2" charset="0"/>
              </a:rPr>
              <a:t>Chạy mượt với 10.000 bệnh nhân, tải danh sách dưới 2 giây</a:t>
            </a:r>
          </a:p>
          <a:p>
            <a:pPr>
              <a:lnSpc>
                <a:spcPct val="100000"/>
              </a:lnSpc>
              <a:spcBef>
                <a:spcPts val="0"/>
              </a:spcBef>
            </a:pPr>
            <a:r>
              <a:rPr lang="en-US" sz="1800">
                <a:latin typeface="FS PF BeauSans Pro" panose="02000500000000020004" pitchFamily="2" charset="0"/>
              </a:rPr>
              <a:t>H</a:t>
            </a:r>
            <a:r>
              <a:rPr lang="vi-VN" sz="1800">
                <a:latin typeface="FS PF BeauSans Pro" panose="02000500000000020004" pitchFamily="2" charset="0"/>
              </a:rPr>
              <a:t>oạt động ổn định trên Windows</a:t>
            </a:r>
            <a:r>
              <a:rPr lang="en-US" sz="1800">
                <a:latin typeface="FS PF BeauSans Pro" panose="02000500000000020004" pitchFamily="2" charset="0"/>
              </a:rPr>
              <a:t> </a:t>
            </a:r>
            <a:r>
              <a:rPr lang="vi-VN" sz="1800">
                <a:latin typeface="FS PF BeauSans Pro" panose="02000500000000020004" pitchFamily="2" charset="0"/>
              </a:rPr>
              <a:t>và Linux</a:t>
            </a:r>
            <a:endParaRPr lang="en-US" sz="1800">
              <a:latin typeface="FS PF BeauSans Pro" panose="02000500000000020004" pitchFamily="2" charset="0"/>
            </a:endParaRPr>
          </a:p>
          <a:p>
            <a:pPr marL="0" indent="0">
              <a:lnSpc>
                <a:spcPct val="100000"/>
              </a:lnSpc>
              <a:spcBef>
                <a:spcPts val="0"/>
              </a:spcBef>
              <a:buNone/>
            </a:pPr>
            <a:r>
              <a:rPr lang="en-US" sz="2400" b="1">
                <a:latin typeface="FS PF BeauSans Pro" panose="02000500000000020004" pitchFamily="2" charset="0"/>
              </a:rPr>
              <a:t>Bài học rút ra</a:t>
            </a:r>
            <a:endParaRPr lang="en-US" sz="2400">
              <a:latin typeface="FS PF BeauSans Pro" panose="02000500000000020004" pitchFamily="2" charset="0"/>
            </a:endParaRPr>
          </a:p>
          <a:p>
            <a:pPr>
              <a:lnSpc>
                <a:spcPct val="100000"/>
              </a:lnSpc>
              <a:spcBef>
                <a:spcPts val="0"/>
              </a:spcBef>
            </a:pPr>
            <a:r>
              <a:rPr lang="en-US" sz="1800">
                <a:latin typeface="FS PF BeauSans Pro" panose="02000500000000020004" pitchFamily="2" charset="0"/>
              </a:rPr>
              <a:t>Nhờ chia code thành 3 tầng MVC, hạn chế bị rối khi sửa giao diện gây ra làm hỏng phần xử lý dữ liệu và ngược lại</a:t>
            </a:r>
          </a:p>
          <a:p>
            <a:pPr>
              <a:lnSpc>
                <a:spcPct val="100000"/>
              </a:lnSpc>
              <a:spcBef>
                <a:spcPts val="0"/>
              </a:spcBef>
            </a:pPr>
            <a:r>
              <a:rPr lang="en-US" sz="1800">
                <a:latin typeface="FS PF BeauSans Pro" panose="02000500000000020004" pitchFamily="2" charset="0"/>
              </a:rPr>
              <a:t>Khi thao tác với dữ liệu lớn, chạy ở luồng riêng giúp cửa sổ không bị đơ — kết quả xong mới cập nhật lại giao diện</a:t>
            </a:r>
          </a:p>
          <a:p>
            <a:pPr>
              <a:lnSpc>
                <a:spcPct val="100000"/>
              </a:lnSpc>
              <a:spcBef>
                <a:spcPts val="0"/>
              </a:spcBef>
            </a:pPr>
            <a:r>
              <a:rPr lang="en-US" sz="1800">
                <a:latin typeface="FS PF BeauSans Pro" panose="02000500000000020004" pitchFamily="2" charset="0"/>
              </a:rPr>
              <a:t>Đăng ký hàm bỏ dấu tiếng Việt trực tiếp vào SQLite giúp tìm kiếm nhanh mà không cần xử lý thêm ở tầng Python</a:t>
            </a:r>
          </a:p>
        </p:txBody>
      </p:sp>
      <p:sp>
        <p:nvSpPr>
          <p:cNvPr id="4" name="TextBox 3">
            <a:extLst>
              <a:ext uri="{FF2B5EF4-FFF2-40B4-BE49-F238E27FC236}">
                <a16:creationId xmlns:a16="http://schemas.microsoft.com/office/drawing/2014/main" id="{8ECD5BFB-E803-E2A8-2673-C664466231A6}"/>
              </a:ext>
            </a:extLst>
          </p:cNvPr>
          <p:cNvSpPr txBox="1"/>
          <p:nvPr/>
        </p:nvSpPr>
        <p:spPr>
          <a:xfrm>
            <a:off x="6497053" y="1604211"/>
            <a:ext cx="4973052" cy="4154984"/>
          </a:xfrm>
          <a:prstGeom prst="rect">
            <a:avLst/>
          </a:prstGeom>
          <a:noFill/>
        </p:spPr>
        <p:txBody>
          <a:bodyPr wrap="square" rtlCol="0">
            <a:spAutoFit/>
          </a:bodyPr>
          <a:lstStyle/>
          <a:p>
            <a:r>
              <a:rPr lang="en-US" sz="2400" b="1">
                <a:latin typeface="FS PF BeauSans Pro" panose="02000500000000020004" pitchFamily="2" charset="0"/>
              </a:rPr>
              <a:t>Hạn chế hiện tại</a:t>
            </a:r>
            <a:endParaRPr lang="en-US" sz="2400">
              <a:latin typeface="FS PF BeauSans Pro" panose="02000500000000020004" pitchFamily="2" charset="0"/>
            </a:endParaRPr>
          </a:p>
          <a:p>
            <a:pPr marL="285750" indent="-285750">
              <a:buFont typeface="Arial" panose="020B0604020202020204" pitchFamily="34" charset="0"/>
              <a:buChar char="•"/>
            </a:pPr>
            <a:r>
              <a:rPr lang="en-US">
                <a:latin typeface="FS PF BeauSans Pro" panose="02000500000000020004" pitchFamily="2" charset="0"/>
              </a:rPr>
              <a:t>Chưa có đăng nhập — ai cũng vào được nếu mở được máy</a:t>
            </a:r>
          </a:p>
          <a:p>
            <a:pPr marL="285750" indent="-285750">
              <a:buFont typeface="Arial" panose="020B0604020202020204" pitchFamily="34" charset="0"/>
              <a:buChar char="•"/>
            </a:pPr>
            <a:r>
              <a:rPr lang="en-US">
                <a:latin typeface="FS PF BeauSans Pro" panose="02000500000000020004" pitchFamily="2" charset="0"/>
              </a:rPr>
              <a:t>Biểu đồ chỉ xem được, chưa zoom hay di chuột để xem chi tiết </a:t>
            </a:r>
          </a:p>
          <a:p>
            <a:pPr marL="285750" indent="-285750">
              <a:buFont typeface="Arial" panose="020B0604020202020204" pitchFamily="34" charset="0"/>
              <a:buChar char="•"/>
            </a:pPr>
            <a:r>
              <a:rPr lang="en-US">
                <a:latin typeface="FS PF BeauSans Pro" panose="02000500000000020004" pitchFamily="2" charset="0"/>
              </a:rPr>
              <a:t>Chỉ dùng được cho một phòng khám, chưa dùng chung được</a:t>
            </a:r>
          </a:p>
          <a:p>
            <a:r>
              <a:rPr lang="en-US" sz="2400" b="1">
                <a:latin typeface="FS PF BeauSans Pro" panose="02000500000000020004" pitchFamily="2" charset="0"/>
              </a:rPr>
              <a:t>Hướng phát triển</a:t>
            </a:r>
            <a:endParaRPr lang="en-US" sz="2400">
              <a:latin typeface="FS PF BeauSans Pro" panose="02000500000000020004" pitchFamily="2" charset="0"/>
            </a:endParaRPr>
          </a:p>
          <a:p>
            <a:pPr marL="285750" indent="-285750">
              <a:buFont typeface="Arial" panose="020B0604020202020204" pitchFamily="34" charset="0"/>
              <a:buChar char="•"/>
            </a:pPr>
            <a:r>
              <a:rPr lang="en-US">
                <a:latin typeface="FS PF BeauSans Pro" panose="02000500000000020004" pitchFamily="2" charset="0"/>
              </a:rPr>
              <a:t>Thêm đăng nhập với các vai trò: bác sĩ, y tá, quản trị viên </a:t>
            </a:r>
          </a:p>
          <a:p>
            <a:pPr marL="285750" indent="-285750">
              <a:buFont typeface="Arial" panose="020B0604020202020204" pitchFamily="34" charset="0"/>
              <a:buChar char="•"/>
            </a:pPr>
            <a:r>
              <a:rPr lang="en-US">
                <a:latin typeface="FS PF BeauSans Pro" panose="02000500000000020004" pitchFamily="2" charset="0"/>
              </a:rPr>
              <a:t>Tự động nhắc lịch tái khám qua email hoặc SMS </a:t>
            </a:r>
          </a:p>
          <a:p>
            <a:pPr marL="285750" indent="-285750">
              <a:buFont typeface="Arial" panose="020B0604020202020204" pitchFamily="34" charset="0"/>
              <a:buChar char="•"/>
            </a:pPr>
            <a:r>
              <a:rPr lang="en-US">
                <a:latin typeface="FS PF BeauSans Pro" panose="02000500000000020004" pitchFamily="2" charset="0"/>
              </a:rPr>
              <a:t>Hỗ trợ đa cơ sở trên nền tảng cơ sở dữ liệu tập trung</a:t>
            </a:r>
          </a:p>
        </p:txBody>
      </p:sp>
    </p:spTree>
    <p:extLst>
      <p:ext uri="{BB962C8B-B14F-4D97-AF65-F5344CB8AC3E}">
        <p14:creationId xmlns:p14="http://schemas.microsoft.com/office/powerpoint/2010/main" val="672968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Gradient Circle">
  <a:themeElements>
    <a:clrScheme name="Custom 2">
      <a:dk1>
        <a:sysClr val="windowText" lastClr="000000"/>
      </a:dk1>
      <a:lt1>
        <a:sysClr val="window" lastClr="FFFFFF"/>
      </a:lt1>
      <a:dk2>
        <a:srgbClr val="2C3932"/>
      </a:dk2>
      <a:lt2>
        <a:srgbClr val="FDF6EA"/>
      </a:lt2>
      <a:accent1>
        <a:srgbClr val="F0D4DB"/>
      </a:accent1>
      <a:accent2>
        <a:srgbClr val="DBE7F5"/>
      </a:accent2>
      <a:accent3>
        <a:srgbClr val="C9E2D6"/>
      </a:accent3>
      <a:accent4>
        <a:srgbClr val="BABAD6"/>
      </a:accent4>
      <a:accent5>
        <a:srgbClr val="F0D2BF"/>
      </a:accent5>
      <a:accent6>
        <a:srgbClr val="F3E49A"/>
      </a:accent6>
      <a:hlink>
        <a:srgbClr val="7030A0"/>
      </a:hlink>
      <a:folHlink>
        <a:srgbClr val="107573"/>
      </a:folHlink>
    </a:clrScheme>
    <a:fontScheme name="Custom 10">
      <a:majorFont>
        <a:latin typeface="Lora"/>
        <a:ea typeface=""/>
        <a:cs typeface=""/>
      </a:majorFont>
      <a:minorFont>
        <a:latin typeface="Poppin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Gradient Circle_Keynote Presentation_win32_LW_V6" id="{670309C8-2C38-4CFF-82BA-AF197439C521}" vid="{43F42362-DC95-4CBA-A0A2-5C03B532E6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3A9C388-2C06-4AF2-857C-74055069A2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F782DA7-86C0-4A84-A860-11A1E6E3FB6B}">
  <ds:schemaRefs>
    <ds:schemaRef ds:uri="http://www.w3.org/XML/1998/namespace"/>
    <ds:schemaRef ds:uri="http://schemas.microsoft.com/office/2006/documentManagement/types"/>
    <ds:schemaRef ds:uri="http://purl.org/dc/elements/1.1/"/>
    <ds:schemaRef ds:uri="http://purl.org/dc/terms/"/>
    <ds:schemaRef ds:uri="http://purl.org/dc/dcmitype/"/>
    <ds:schemaRef ds:uri="http://schemas.microsoft.com/office/infopath/2007/PartnerControls"/>
    <ds:schemaRef ds:uri="71af3243-3dd4-4a8d-8c0d-dd76da1f02a5"/>
    <ds:schemaRef ds:uri="http://schemas.microsoft.com/sharepoint/v3"/>
    <ds:schemaRef ds:uri="http://schemas.microsoft.com/office/2006/metadata/properties"/>
    <ds:schemaRef ds:uri="http://schemas.openxmlformats.org/package/2006/metadata/core-properties"/>
    <ds:schemaRef ds:uri="230e9df3-be65-4c73-a93b-d1236ebd677e"/>
    <ds:schemaRef ds:uri="16c05727-aa75-4e4a-9b5f-8a80a1165891"/>
  </ds:schemaRefs>
</ds:datastoreItem>
</file>

<file path=customXml/itemProps3.xml><?xml version="1.0" encoding="utf-8"?>
<ds:datastoreItem xmlns:ds="http://schemas.openxmlformats.org/officeDocument/2006/customXml" ds:itemID="{076F8FCD-0A1F-4F6A-8F55-15E9E87E2E4C}">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{F7B5E6A6-FD50-413C-920F-9DAB33CCBE51}f4c2fa09-5552-4190-875c-1979579583e2-TFc553d604-a3b6-4c52-b2ed-3a769335c0fd_win32</Template>
  <TotalTime>84</TotalTime>
  <Words>722</Words>
  <Application>Microsoft Office PowerPoint</Application>
  <PresentationFormat>Widescreen</PresentationFormat>
  <Paragraphs>61</Paragraphs>
  <Slides>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FS PF BeauSans Pro</vt:lpstr>
      <vt:lpstr>Aptos</vt:lpstr>
      <vt:lpstr>Arial</vt:lpstr>
      <vt:lpstr>Lora</vt:lpstr>
      <vt:lpstr>Playfair Display Black</vt:lpstr>
      <vt:lpstr>Poppins Light</vt:lpstr>
      <vt:lpstr>Gradient Circle</vt:lpstr>
      <vt:lpstr>Xây Dựng Hệ Thống Quản Lý Hồ Sơ Bệnh Nhân Sử Dụng Python và Mô Hình Kiến Trúc MVC</vt:lpstr>
      <vt:lpstr>Tổng Quan Đề Tài</vt:lpstr>
      <vt:lpstr>Kiến Trúc Hệ Thống – Mô Hình MVC</vt:lpstr>
      <vt:lpstr>CHỨC NĂNG CHÍNH</vt:lpstr>
      <vt:lpstr>KỸ THUẬT VÀ KẾT QUẢ</vt:lpstr>
      <vt:lpstr>KẾT LUẬN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Tux</dc:creator>
  <cp:lastModifiedBy>Tux</cp:lastModifiedBy>
  <cp:revision>4</cp:revision>
  <dcterms:created xsi:type="dcterms:W3CDTF">2026-06-08T01:28:15Z</dcterms:created>
  <dcterms:modified xsi:type="dcterms:W3CDTF">2026-06-09T16:11:48Z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